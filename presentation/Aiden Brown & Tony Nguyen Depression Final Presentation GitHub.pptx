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82" r:id="rId3"/>
    <p:sldMasterId id="2147483783" r:id="rId4"/>
    <p:sldMasterId id="2147483784" r:id="rId5"/>
    <p:sldMasterId id="214748378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Roboto Thin"/>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
      <p:font typeface="Be Vietnam Pro"/>
      <p:regular r:id="rId34"/>
      <p:bold r:id="rId35"/>
      <p:italic r:id="rId36"/>
      <p:boldItalic r:id="rId37"/>
    </p:embeddedFont>
    <p:embeddedFont>
      <p:font typeface="DM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slide" Target="slides/slide13.xml"/><Relationship Id="rId41" Type="http://schemas.openxmlformats.org/officeDocument/2006/relationships/font" Target="fonts/DMSans-boldItalic.fntdata"/><Relationship Id="rId22" Type="http://schemas.openxmlformats.org/officeDocument/2006/relationships/font" Target="fonts/RobotoThin-regular.fntdata"/><Relationship Id="rId21" Type="http://schemas.openxmlformats.org/officeDocument/2006/relationships/slide" Target="slides/slide14.xml"/><Relationship Id="rId24" Type="http://schemas.openxmlformats.org/officeDocument/2006/relationships/font" Target="fonts/RobotoThin-italic.fntdata"/><Relationship Id="rId23" Type="http://schemas.openxmlformats.org/officeDocument/2006/relationships/font" Target="fonts/RobotoThin-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font" Target="fonts/RobotoThin-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35" Type="http://schemas.openxmlformats.org/officeDocument/2006/relationships/font" Target="fonts/BeVietnamPro-bold.fntdata"/><Relationship Id="rId12" Type="http://schemas.openxmlformats.org/officeDocument/2006/relationships/slide" Target="slides/slide5.xml"/><Relationship Id="rId34" Type="http://schemas.openxmlformats.org/officeDocument/2006/relationships/font" Target="fonts/BeVietnamPro-regular.fntdata"/><Relationship Id="rId15" Type="http://schemas.openxmlformats.org/officeDocument/2006/relationships/slide" Target="slides/slide8.xml"/><Relationship Id="rId37" Type="http://schemas.openxmlformats.org/officeDocument/2006/relationships/font" Target="fonts/BeVietnamPro-boldItalic.fntdata"/><Relationship Id="rId14" Type="http://schemas.openxmlformats.org/officeDocument/2006/relationships/slide" Target="slides/slide7.xml"/><Relationship Id="rId36" Type="http://schemas.openxmlformats.org/officeDocument/2006/relationships/font" Target="fonts/BeVietnamPro-italic.fntdata"/><Relationship Id="rId17" Type="http://schemas.openxmlformats.org/officeDocument/2006/relationships/slide" Target="slides/slide10.xml"/><Relationship Id="rId39" Type="http://schemas.openxmlformats.org/officeDocument/2006/relationships/font" Target="fonts/DMSans-bold.fntdata"/><Relationship Id="rId16" Type="http://schemas.openxmlformats.org/officeDocument/2006/relationships/slide" Target="slides/slide9.xml"/><Relationship Id="rId38" Type="http://schemas.openxmlformats.org/officeDocument/2006/relationships/font" Target="fonts/DM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lidesgo.com/theme/mental-health-and-well-being-health-10th-grade#search-Mental+Health&amp;position-2&amp;results-441" TargetMode="External"/><Relationship Id="rId3" Type="http://schemas.openxmlformats.org/officeDocument/2006/relationships/hyperlink" Target="https://wwwn.cdc.gov/nchs/nhanes/search/datapage.aspx?Component=Demographics&amp;Cycle=2017-2018&amp;utm_source=chatgpt.com" TargetMode="External"/><Relationship Id="rId4" Type="http://schemas.openxmlformats.org/officeDocument/2006/relationships/hyperlink" Target="https://wwwn.cdc.gov/nchs/nhanes/search/datapage.aspx?Component=Questionnaire&amp;Cycle=2017-201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source: </a:t>
            </a:r>
            <a:r>
              <a:rPr lang="en" u="sng">
                <a:solidFill>
                  <a:schemeClr val="hlink"/>
                </a:solidFill>
                <a:hlinkClick r:id="rId2"/>
              </a:rPr>
              <a:t>https://slidesgo.com/theme/mental-health-and-well-being-health-10th-grade#search-Mental+Health&amp;position-2&amp;results-441</a:t>
            </a:r>
            <a:endParaRPr/>
          </a:p>
          <a:p>
            <a:pPr indent="0" lvl="0" marL="0" rtl="0" algn="l">
              <a:spcBef>
                <a:spcPts val="0"/>
              </a:spcBef>
              <a:spcAft>
                <a:spcPts val="0"/>
              </a:spcAft>
              <a:buNone/>
            </a:pPr>
            <a:r>
              <a:rPr lang="en" u="sng">
                <a:solidFill>
                  <a:schemeClr val="hlink"/>
                </a:solidFill>
                <a:hlinkClick r:id="rId3"/>
              </a:rPr>
              <a:t>2017-2018 Demographics Data - Continuous NHANES</a:t>
            </a:r>
            <a:endParaRPr/>
          </a:p>
          <a:p>
            <a:pPr indent="0" lvl="0" marL="0" rtl="0" algn="l">
              <a:spcBef>
                <a:spcPts val="0"/>
              </a:spcBef>
              <a:spcAft>
                <a:spcPts val="0"/>
              </a:spcAft>
              <a:buNone/>
            </a:pPr>
            <a:r>
              <a:rPr lang="en" u="sng">
                <a:solidFill>
                  <a:schemeClr val="hlink"/>
                </a:solidFill>
                <a:hlinkClick r:id="rId4"/>
              </a:rPr>
              <a:t>2017-2018 Questionnaire Data - Continuous NHANES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Hello everyone, my name is Aiden</a:t>
            </a:r>
            <a:endParaRPr/>
          </a:p>
          <a:p>
            <a:pPr indent="-298450" lvl="0" marL="457200" rtl="0" algn="l">
              <a:spcBef>
                <a:spcPts val="0"/>
              </a:spcBef>
              <a:spcAft>
                <a:spcPts val="0"/>
              </a:spcAft>
              <a:buSzPts val="1100"/>
              <a:buChar char="●"/>
            </a:pPr>
            <a:r>
              <a:rPr lang="en"/>
              <a:t>Welcome to our final presentation on predicting depression scores based on demographics, income, weight, occupation, and sleep</a:t>
            </a:r>
            <a:endParaRPr/>
          </a:p>
          <a:p>
            <a:pPr indent="-298450" lvl="0" marL="457200" rtl="0" algn="l">
              <a:spcBef>
                <a:spcPts val="0"/>
              </a:spcBef>
              <a:spcAft>
                <a:spcPts val="0"/>
              </a:spcAft>
              <a:buSzPts val="1100"/>
              <a:buChar char="●"/>
            </a:pPr>
            <a:r>
              <a:rPr lang="en"/>
              <a:t>Importantly, just like we mentioned during our initial proposal, </a:t>
            </a:r>
            <a:r>
              <a:rPr lang="en">
                <a:solidFill>
                  <a:schemeClr val="dk1"/>
                </a:solidFill>
              </a:rPr>
              <a:t>we are not psychiatry or psychology professionals, and all results are for the purpose of finding patterns to guide the course of future research, not diagnosing real people.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Mental health is one of the most challenging epidemics facing our world today</a:t>
            </a:r>
            <a:endParaRPr/>
          </a:p>
          <a:p>
            <a:pPr indent="-298450" lvl="0" marL="457200" rtl="0" algn="l">
              <a:spcBef>
                <a:spcPts val="0"/>
              </a:spcBef>
              <a:spcAft>
                <a:spcPts val="0"/>
              </a:spcAft>
              <a:buSzPts val="1100"/>
              <a:buChar char="●"/>
            </a:pPr>
            <a:r>
              <a:rPr lang="en"/>
              <a:t>As we mentioned in our proposal: </a:t>
            </a:r>
            <a:r>
              <a:rPr lang="en">
                <a:solidFill>
                  <a:srgbClr val="342520"/>
                </a:solidFill>
                <a:latin typeface="Be Vietnam Pro"/>
                <a:ea typeface="Be Vietnam Pro"/>
                <a:cs typeface="Be Vietnam Pro"/>
                <a:sym typeface="Be Vietnam Pro"/>
              </a:rPr>
              <a:t>From Aug, 2021 - Aug, 2023, the CDC reported that 13.1% of U.S. adolescents and adults over the age of 12 struggle with depression, the highest prevalence was among teenagers and adolescents</a:t>
            </a:r>
            <a:endParaRPr>
              <a:solidFill>
                <a:srgbClr val="342520"/>
              </a:solidFill>
              <a:latin typeface="Be Vietnam Pro"/>
              <a:ea typeface="Be Vietnam Pro"/>
              <a:cs typeface="Be Vietnam Pro"/>
              <a:sym typeface="Be Vietnam Pro"/>
            </a:endParaRPr>
          </a:p>
          <a:p>
            <a:pPr indent="-298450" lvl="0" marL="457200" rtl="0" algn="l">
              <a:spcBef>
                <a:spcPts val="0"/>
              </a:spcBef>
              <a:spcAft>
                <a:spcPts val="0"/>
              </a:spcAft>
              <a:buClr>
                <a:srgbClr val="342520"/>
              </a:buClr>
              <a:buSzPts val="1100"/>
              <a:buFont typeface="Be Vietnam Pro"/>
              <a:buChar char="●"/>
            </a:pPr>
            <a:r>
              <a:rPr lang="en">
                <a:solidFill>
                  <a:srgbClr val="342520"/>
                </a:solidFill>
                <a:latin typeface="Be Vietnam Pro"/>
                <a:ea typeface="Be Vietnam Pro"/>
                <a:cs typeface="Be Vietnam Pro"/>
                <a:sym typeface="Be Vietnam Pro"/>
              </a:rPr>
              <a:t>We wanted to determine if and how factors such as income, sleep, occupation, and demographics like race, gender, and level of education correlate to depression diagnosis</a:t>
            </a:r>
            <a:endParaRPr>
              <a:solidFill>
                <a:srgbClr val="342520"/>
              </a:solidFill>
              <a:latin typeface="Be Vietnam Pro"/>
              <a:ea typeface="Be Vietnam Pro"/>
              <a:cs typeface="Be Vietnam Pro"/>
              <a:sym typeface="Be Vietnam Pro"/>
            </a:endParaRPr>
          </a:p>
          <a:p>
            <a:pPr indent="-298450" lvl="0" marL="457200" rtl="0" algn="l">
              <a:spcBef>
                <a:spcPts val="0"/>
              </a:spcBef>
              <a:spcAft>
                <a:spcPts val="0"/>
              </a:spcAft>
              <a:buClr>
                <a:srgbClr val="342520"/>
              </a:buClr>
              <a:buSzPts val="1100"/>
              <a:buFont typeface="Be Vietnam Pro"/>
              <a:buChar char="●"/>
            </a:pPr>
            <a:r>
              <a:rPr lang="en">
                <a:solidFill>
                  <a:srgbClr val="342520"/>
                </a:solidFill>
                <a:latin typeface="Be Vietnam Pro"/>
                <a:ea typeface="Be Vietnam Pro"/>
                <a:cs typeface="Be Vietnam Pro"/>
                <a:sym typeface="Be Vietnam Pro"/>
              </a:rPr>
              <a:t>It should be mentioned that because NHANES is a survey, it is not a formal depression diagnosis, but it is intended to give population level estimates on the prevelance of different depression symptoms</a:t>
            </a:r>
            <a:endParaRPr>
              <a:solidFill>
                <a:srgbClr val="342520"/>
              </a:solidFill>
              <a:latin typeface="Be Vietnam Pro"/>
              <a:ea typeface="Be Vietnam Pro"/>
              <a:cs typeface="Be Vietnam Pro"/>
              <a:sym typeface="Be Vietnam Pr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primary research question for our project was what impact, if any, do different demographics, sleep behaviors, incomes, weights, and  occupations have on depression score?</a:t>
            </a:r>
            <a:endParaRPr/>
          </a:p>
          <a:p>
            <a:pPr indent="-298450" lvl="0" marL="457200" rtl="0" algn="l">
              <a:spcBef>
                <a:spcPts val="0"/>
              </a:spcBef>
              <a:spcAft>
                <a:spcPts val="0"/>
              </a:spcAft>
              <a:buSzPts val="1100"/>
              <a:buChar char="●"/>
            </a:pPr>
            <a:r>
              <a:rPr lang="en"/>
              <a:t>By this point you are probably wondering what depression score means. Luckily, I’m about to explain how we collected our data from the survey!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sourced our data from the CDC as they produce annual reports on many different health conditions in the US</a:t>
            </a:r>
            <a:endParaRPr/>
          </a:p>
          <a:p>
            <a:pPr indent="-298450" lvl="0" marL="457200" rtl="0" algn="l">
              <a:spcBef>
                <a:spcPts val="0"/>
              </a:spcBef>
              <a:spcAft>
                <a:spcPts val="0"/>
              </a:spcAft>
              <a:buSzPts val="1100"/>
              <a:buChar char="●"/>
            </a:pPr>
            <a:r>
              <a:rPr lang="en"/>
              <a:t>We specifically picked the 2017-2018 data because it was the most accessible data</a:t>
            </a:r>
            <a:endParaRPr/>
          </a:p>
          <a:p>
            <a:pPr indent="-298450" lvl="0" marL="457200" rtl="0" algn="l">
              <a:spcBef>
                <a:spcPts val="0"/>
              </a:spcBef>
              <a:spcAft>
                <a:spcPts val="0"/>
              </a:spcAft>
              <a:buSzPts val="1100"/>
              <a:buChar char="●"/>
            </a:pPr>
            <a:r>
              <a:rPr lang="en"/>
              <a:t>In other words, this was the most accessible and complete data</a:t>
            </a:r>
            <a:endParaRPr/>
          </a:p>
          <a:p>
            <a:pPr indent="-298450" lvl="0" marL="457200" rtl="0" algn="l">
              <a:spcBef>
                <a:spcPts val="0"/>
              </a:spcBef>
              <a:spcAft>
                <a:spcPts val="0"/>
              </a:spcAft>
              <a:buSzPts val="1100"/>
              <a:buChar char="●"/>
            </a:pPr>
            <a:r>
              <a:rPr lang="en"/>
              <a:t>NHANES stands for  is the National Health and Nutrition Examination Survey</a:t>
            </a:r>
            <a:endParaRPr/>
          </a:p>
          <a:p>
            <a:pPr indent="-298450" lvl="0" marL="457200" rtl="0" algn="l">
              <a:spcBef>
                <a:spcPts val="0"/>
              </a:spcBef>
              <a:spcAft>
                <a:spcPts val="0"/>
              </a:spcAft>
              <a:buSzPts val="1100"/>
              <a:buChar char="●"/>
            </a:pPr>
            <a:r>
              <a:rPr lang="en"/>
              <a:t>Additionally, we chose the CDC as our source because it is United States’ main public health organization, so their data should be credible</a:t>
            </a:r>
            <a:endParaRPr/>
          </a:p>
          <a:p>
            <a:pPr indent="-298450" lvl="0" marL="457200" rtl="0" algn="l">
              <a:spcBef>
                <a:spcPts val="0"/>
              </a:spcBef>
              <a:spcAft>
                <a:spcPts val="0"/>
              </a:spcAft>
              <a:buSzPts val="1100"/>
              <a:buChar char="●"/>
            </a:pPr>
            <a:r>
              <a:rPr lang="en"/>
              <a:t>We should also mention that depression score is something that the CDC uses to determine population level depression </a:t>
            </a:r>
            <a:r>
              <a:rPr lang="en"/>
              <a:t>prevalence</a:t>
            </a:r>
            <a:r>
              <a:rPr lang="en"/>
              <a:t>, and it is an aggregation of scores from 0-3 that capture the severity of one of several depression </a:t>
            </a:r>
            <a:r>
              <a:rPr lang="en"/>
              <a:t>symptoms</a:t>
            </a:r>
            <a:endParaRPr/>
          </a:p>
          <a:p>
            <a:pPr indent="-298450" lvl="0" marL="457200" rtl="0" algn="l">
              <a:spcBef>
                <a:spcPts val="0"/>
              </a:spcBef>
              <a:spcAft>
                <a:spcPts val="0"/>
              </a:spcAft>
              <a:buSzPts val="1100"/>
              <a:buChar char="●"/>
            </a:pPr>
            <a:r>
              <a:rPr lang="en"/>
              <a:t>Although the CDC </a:t>
            </a:r>
            <a:r>
              <a:rPr lang="en"/>
              <a:t>calculates depression score</a:t>
            </a:r>
            <a:r>
              <a:rPr lang="en"/>
              <a:t>, they did not record it in the NHANES data set, so we had to calculate it ourselves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591f1749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591f17494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Despite our dataset coming from the CDC, we had to do quite a bit of data cleaning</a:t>
            </a:r>
            <a:endParaRPr/>
          </a:p>
          <a:p>
            <a:pPr indent="-298450" lvl="0" marL="457200" rtl="0" algn="l">
              <a:spcBef>
                <a:spcPts val="0"/>
              </a:spcBef>
              <a:spcAft>
                <a:spcPts val="0"/>
              </a:spcAft>
              <a:buSzPts val="1100"/>
              <a:buChar char="●"/>
            </a:pPr>
            <a:r>
              <a:rPr lang="en"/>
              <a:t>First, we had to replace any depression symptom indicator that was not between 0 and 3 with a NaN so the scores could only reach a max of 27 (which is the max score for depression screening in the NHANES).</a:t>
            </a:r>
            <a:endParaRPr/>
          </a:p>
          <a:p>
            <a:pPr indent="-298450" lvl="0" marL="457200" rtl="0" algn="l">
              <a:spcBef>
                <a:spcPts val="0"/>
              </a:spcBef>
              <a:spcAft>
                <a:spcPts val="0"/>
              </a:spcAft>
              <a:buSzPts val="1100"/>
              <a:buChar char="●"/>
            </a:pPr>
            <a:r>
              <a:rPr lang="en" sz="1200">
                <a:solidFill>
                  <a:srgbClr val="1F1F1F"/>
                </a:solidFill>
              </a:rPr>
              <a:t>We also cleaned explanatory variables by converting them to a numeric datatype </a:t>
            </a:r>
            <a:r>
              <a:rPr lang="en" sz="1200">
                <a:solidFill>
                  <a:srgbClr val="1F1F1F"/>
                </a:solidFill>
              </a:rPr>
              <a:t>because our conversion from an XPT file corrupted some of our data</a:t>
            </a:r>
            <a:endParaRPr sz="1200">
              <a:solidFill>
                <a:srgbClr val="1F1F1F"/>
              </a:solidFill>
            </a:endParaRPr>
          </a:p>
          <a:p>
            <a:pPr indent="-298450" lvl="0" marL="457200" rtl="0" algn="l">
              <a:spcBef>
                <a:spcPts val="0"/>
              </a:spcBef>
              <a:spcAft>
                <a:spcPts val="0"/>
              </a:spcAft>
              <a:buSzPts val="1100"/>
              <a:buChar char="●"/>
            </a:pPr>
            <a:r>
              <a:rPr lang="en" sz="1200">
                <a:solidFill>
                  <a:srgbClr val="1F1F1F"/>
                </a:solidFill>
              </a:rPr>
              <a:t> We also replaced encoded values from the dataset such as </a:t>
            </a:r>
            <a:r>
              <a:rPr lang="en" sz="1200">
                <a:solidFill>
                  <a:srgbClr val="1F1F1F"/>
                </a:solidFill>
              </a:rPr>
              <a:t>arbitrary</a:t>
            </a:r>
            <a:r>
              <a:rPr lang="en" sz="1200">
                <a:solidFill>
                  <a:srgbClr val="1F1F1F"/>
                </a:solidFill>
              </a:rPr>
              <a:t> values like 98 with NaN in some of our columns like sleep and occupation</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We performed</a:t>
            </a:r>
            <a:r>
              <a:rPr lang="en" sz="1200">
                <a:solidFill>
                  <a:srgbClr val="1F1F1F"/>
                </a:solidFill>
              </a:rPr>
              <a:t> an inner merge on all of the 4 raw datasets by the participants sequence number</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Also, since we merged 4 large datasets we ended up having to drop a lot of columns that were not relevant to our research question</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Since depression score is the aggregation of several depression indicator questions, and not every </a:t>
            </a:r>
            <a:r>
              <a:rPr lang="en" sz="1200">
                <a:solidFill>
                  <a:srgbClr val="1F1F1F"/>
                </a:solidFill>
              </a:rPr>
              <a:t>participant</a:t>
            </a:r>
            <a:r>
              <a:rPr lang="en" sz="1200">
                <a:solidFill>
                  <a:srgbClr val="1F1F1F"/>
                </a:solidFill>
              </a:rPr>
              <a:t> answered all of them, our depression scores were </a:t>
            </a:r>
            <a:r>
              <a:rPr lang="en" sz="1200">
                <a:solidFill>
                  <a:srgbClr val="1F1F1F"/>
                </a:solidFill>
              </a:rPr>
              <a:t>artificially</a:t>
            </a:r>
            <a:r>
              <a:rPr lang="en" sz="1200">
                <a:solidFill>
                  <a:srgbClr val="1F1F1F"/>
                </a:solidFill>
              </a:rPr>
              <a:t> skewed left</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So, we only kept the </a:t>
            </a:r>
            <a:r>
              <a:rPr lang="en" sz="1200">
                <a:solidFill>
                  <a:srgbClr val="1F1F1F"/>
                </a:solidFill>
              </a:rPr>
              <a:t>participants</a:t>
            </a:r>
            <a:r>
              <a:rPr lang="en" sz="1200">
                <a:solidFill>
                  <a:srgbClr val="1F1F1F"/>
                </a:solidFill>
              </a:rPr>
              <a:t> who answered at least 6 out of the 9 depression </a:t>
            </a:r>
            <a:r>
              <a:rPr lang="en" sz="1200">
                <a:solidFill>
                  <a:srgbClr val="1F1F1F"/>
                </a:solidFill>
              </a:rPr>
              <a:t>screening</a:t>
            </a:r>
            <a:r>
              <a:rPr lang="en" sz="1200">
                <a:solidFill>
                  <a:srgbClr val="1F1F1F"/>
                </a:solidFill>
              </a:rPr>
              <a:t> questions</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Also, we of course dropped any observations that had NaN for depression score since that was our outcome variable</a:t>
            </a:r>
            <a:endParaRPr sz="1200">
              <a:solidFill>
                <a:srgbClr val="1F1F1F"/>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following boxplot shows the relationship between income bracket and the depression score</a:t>
            </a:r>
            <a:endParaRPr/>
          </a:p>
          <a:p>
            <a:pPr indent="-298450" lvl="0" marL="457200" rtl="0" algn="l">
              <a:spcBef>
                <a:spcPts val="0"/>
              </a:spcBef>
              <a:spcAft>
                <a:spcPts val="0"/>
              </a:spcAft>
              <a:buSzPts val="1100"/>
              <a:buChar char="●"/>
            </a:pPr>
            <a:r>
              <a:rPr lang="en"/>
              <a:t>In addition to more granular </a:t>
            </a:r>
            <a:r>
              <a:rPr lang="en"/>
              <a:t>separation</a:t>
            </a:r>
            <a:r>
              <a:rPr lang="en"/>
              <a:t> between income categories, the surveyors encoded values for having a household income of over $20,000 and under $20,000</a:t>
            </a:r>
            <a:endParaRPr/>
          </a:p>
          <a:p>
            <a:pPr indent="-298450" lvl="0" marL="457200" rtl="0" algn="l">
              <a:spcBef>
                <a:spcPts val="0"/>
              </a:spcBef>
              <a:spcAft>
                <a:spcPts val="0"/>
              </a:spcAft>
              <a:buSzPts val="1100"/>
              <a:buChar char="●"/>
            </a:pPr>
            <a:r>
              <a:rPr lang="en"/>
              <a:t>We both assumed that households who made more income would generally have a lower median depression score, but the opposite is the case</a:t>
            </a:r>
            <a:endParaRPr/>
          </a:p>
          <a:p>
            <a:pPr indent="-298450" lvl="0" marL="457200" rtl="0" algn="l">
              <a:spcBef>
                <a:spcPts val="0"/>
              </a:spcBef>
              <a:spcAft>
                <a:spcPts val="0"/>
              </a:spcAft>
              <a:buSzPts val="1100"/>
              <a:buChar char="●"/>
            </a:pPr>
            <a:r>
              <a:rPr lang="en"/>
              <a:t>Those who make under $20,000 per year have a median depression score of approximately 10 while those who make over $20,000 have a median depression score of about 13.5</a:t>
            </a:r>
            <a:endParaRPr/>
          </a:p>
          <a:p>
            <a:pPr indent="-298450" lvl="0" marL="457200" rtl="0" algn="l">
              <a:spcBef>
                <a:spcPts val="0"/>
              </a:spcBef>
              <a:spcAft>
                <a:spcPts val="0"/>
              </a:spcAft>
              <a:buSzPts val="1100"/>
              <a:buChar char="●"/>
            </a:pPr>
            <a:r>
              <a:rPr lang="en"/>
              <a:t>Additionally, the interquartile range of those who made under 20k a year is smaller than those who make over 20k, suggesting that there is greater variation of depression severity or </a:t>
            </a:r>
            <a:r>
              <a:rPr lang="en"/>
              <a:t>prevalence</a:t>
            </a:r>
            <a:r>
              <a:rPr lang="en"/>
              <a:t> among those with higher incomes</a:t>
            </a:r>
            <a:endParaRPr/>
          </a:p>
          <a:p>
            <a:pPr indent="-298450" lvl="0" marL="457200" rtl="0" algn="l">
              <a:spcBef>
                <a:spcPts val="0"/>
              </a:spcBef>
              <a:spcAft>
                <a:spcPts val="0"/>
              </a:spcAft>
              <a:buSzPts val="1100"/>
              <a:buChar char="●"/>
            </a:pPr>
            <a:r>
              <a:rPr lang="en"/>
              <a:t>Although there appears to be a slight </a:t>
            </a:r>
            <a:r>
              <a:rPr lang="en"/>
              <a:t>positive</a:t>
            </a:r>
            <a:r>
              <a:rPr lang="en"/>
              <a:t> relationship between annual household income and depression score we should be careful about this interpretation because the income categories are quite broad</a:t>
            </a:r>
            <a:endParaRPr/>
          </a:p>
          <a:p>
            <a:pPr indent="-298450" lvl="0" marL="457200" rtl="0" algn="l">
              <a:spcBef>
                <a:spcPts val="0"/>
              </a:spcBef>
              <a:spcAft>
                <a:spcPts val="0"/>
              </a:spcAft>
              <a:buSzPts val="1100"/>
              <a:buChar char="●"/>
            </a:pPr>
            <a:r>
              <a:rPr lang="en"/>
              <a:t>Still, this was enough for us to include a participant’s ratio to the poverty line as one of our predictor variables to explore further in our modeling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dac9ab8a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dac9ab8a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Now we have another </a:t>
            </a:r>
            <a:r>
              <a:rPr lang="en"/>
              <a:t>box plot</a:t>
            </a:r>
            <a:r>
              <a:rPr lang="en"/>
              <a:t> demonstrating the observed relationship between level of education and </a:t>
            </a:r>
            <a:r>
              <a:rPr lang="en"/>
              <a:t>depression</a:t>
            </a:r>
            <a:r>
              <a:rPr lang="en"/>
              <a:t> score</a:t>
            </a:r>
            <a:endParaRPr/>
          </a:p>
          <a:p>
            <a:pPr indent="-298450" lvl="0" marL="457200" rtl="0" algn="l">
              <a:spcBef>
                <a:spcPts val="0"/>
              </a:spcBef>
              <a:spcAft>
                <a:spcPts val="0"/>
              </a:spcAft>
              <a:buSzPts val="1100"/>
              <a:buChar char="●"/>
            </a:pPr>
            <a:r>
              <a:rPr lang="en" sz="1200">
                <a:solidFill>
                  <a:srgbClr val="1F1F1F"/>
                </a:solidFill>
              </a:rPr>
              <a:t>It appears that those who have graduated high school (or the equivalent) or received a higher level of education have a substantially lower median depression score than those who did not reach this level of education.</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Also even though the median depression score of those with less education than a high school degree is about 13, it is only about 10.5 for those who have received the equivalent of a high school education or higher</a:t>
            </a:r>
            <a:endParaRPr sz="1200">
              <a:solidFill>
                <a:srgbClr val="1F1F1F"/>
              </a:solidFill>
            </a:endParaRPr>
          </a:p>
          <a:p>
            <a:pPr indent="-304800" lvl="0" marL="457200" rtl="0" algn="l">
              <a:spcBef>
                <a:spcPts val="0"/>
              </a:spcBef>
              <a:spcAft>
                <a:spcPts val="0"/>
              </a:spcAft>
              <a:buClr>
                <a:srgbClr val="1F1F1F"/>
              </a:buClr>
              <a:buSzPts val="1200"/>
              <a:buChar char="●"/>
            </a:pPr>
            <a:r>
              <a:rPr lang="en" sz="1200">
                <a:solidFill>
                  <a:srgbClr val="1F1F1F"/>
                </a:solidFill>
              </a:rPr>
              <a:t>The trend appears that the more education someone has, the lower their depression score will be, suggesting a negative correlation between level of </a:t>
            </a:r>
            <a:r>
              <a:rPr lang="en" sz="1200">
                <a:solidFill>
                  <a:srgbClr val="1F1F1F"/>
                </a:solidFill>
              </a:rPr>
              <a:t>education</a:t>
            </a:r>
            <a:r>
              <a:rPr lang="en" sz="1200">
                <a:solidFill>
                  <a:srgbClr val="1F1F1F"/>
                </a:solidFill>
              </a:rPr>
              <a:t> and depression score</a:t>
            </a:r>
            <a:endParaRPr sz="1200">
              <a:solidFill>
                <a:srgbClr val="1F1F1F"/>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dac9ab8aa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3dac9ab8aa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9a8bd54358_102_162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9a8bd54358_102_2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9a8bd54358_102_2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db2507afd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db2507afd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dac9ab8aaa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3dac9ab8aaa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One of the biggest </a:t>
            </a:r>
            <a:r>
              <a:rPr lang="en"/>
              <a:t>limitations</a:t>
            </a:r>
            <a:r>
              <a:rPr lang="en"/>
              <a:t> is that we only used data collected during one year, and only for </a:t>
            </a:r>
            <a:r>
              <a:rPr lang="en"/>
              <a:t>participants</a:t>
            </a:r>
            <a:r>
              <a:rPr lang="en"/>
              <a:t> in the United States, meaning we cannot generalize our conclusions</a:t>
            </a:r>
            <a:endParaRPr/>
          </a:p>
          <a:p>
            <a:pPr indent="-298450" lvl="0" marL="457200" rtl="0" algn="l">
              <a:spcBef>
                <a:spcPts val="0"/>
              </a:spcBef>
              <a:spcAft>
                <a:spcPts val="0"/>
              </a:spcAft>
              <a:buSzPts val="1100"/>
              <a:buChar char="●"/>
            </a:pPr>
            <a:r>
              <a:rPr lang="en"/>
              <a:t>Additionally, given the scope of the project, we had to select a subset of the </a:t>
            </a:r>
            <a:r>
              <a:rPr lang="en"/>
              <a:t>recorded data, meaning we could have potentially ignored other predictor variables that demonstrated a clearer correlation to depression score</a:t>
            </a:r>
            <a:endParaRPr/>
          </a:p>
          <a:p>
            <a:pPr indent="-298450" lvl="0" marL="457200" rtl="0" algn="l">
              <a:spcBef>
                <a:spcPts val="0"/>
              </a:spcBef>
              <a:spcAft>
                <a:spcPts val="0"/>
              </a:spcAft>
              <a:buSzPts val="1100"/>
              <a:buChar char="●"/>
            </a:pPr>
            <a:r>
              <a:rPr lang="en"/>
              <a:t>Also, depression score is not intended to act as a depression diagnosis, and instead it is supposed to help understand population wide trends regarding the prevalence of depression, not to assess individuals</a:t>
            </a:r>
            <a:endParaRPr/>
          </a:p>
          <a:p>
            <a:pPr indent="-298450" lvl="1" marL="914400" rtl="0" algn="l">
              <a:spcBef>
                <a:spcPts val="0"/>
              </a:spcBef>
              <a:spcAft>
                <a:spcPts val="0"/>
              </a:spcAft>
              <a:buSzPts val="1100"/>
              <a:buChar char="○"/>
            </a:pPr>
            <a:r>
              <a:rPr lang="en"/>
              <a:t>This means that correlation between our predictors and depression score does not equate to correlation between our predictors and a depression diagnosis or severity of depression</a:t>
            </a:r>
            <a:endParaRPr/>
          </a:p>
          <a:p>
            <a:pPr indent="-298450" lvl="0" marL="457200" rtl="0" algn="l">
              <a:spcBef>
                <a:spcPts val="0"/>
              </a:spcBef>
              <a:spcAft>
                <a:spcPts val="0"/>
              </a:spcAft>
              <a:buSzPts val="1100"/>
              <a:buChar char="●"/>
            </a:pPr>
            <a:r>
              <a:rPr lang="en"/>
              <a:t>Lastly, we did have to drop a substantial proportion of our data in order to get reasonable depression scores and avoid NaN values for our predictor variables</a:t>
            </a:r>
            <a:endParaRPr/>
          </a:p>
          <a:p>
            <a:pPr indent="-298450" lvl="1" marL="914400" rtl="0" algn="l">
              <a:spcBef>
                <a:spcPts val="0"/>
              </a:spcBef>
              <a:spcAft>
                <a:spcPts val="0"/>
              </a:spcAft>
              <a:buSzPts val="1100"/>
              <a:buChar char="○"/>
            </a:pPr>
            <a:r>
              <a:rPr lang="en"/>
              <a:t>As a result the strength of the relationships between different predictors and depression may have been slightly altered due to a smaller dataset (however we had good reasons for dropping these observations)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dac9ab8aaa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dac9ab8aaa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As for our conclusions, our predictor variables did not strongly predict depression score.</a:t>
            </a:r>
            <a:endParaRPr/>
          </a:p>
          <a:p>
            <a:pPr indent="-298450" lvl="0" marL="457200" rtl="0" algn="l">
              <a:spcBef>
                <a:spcPts val="0"/>
              </a:spcBef>
              <a:spcAft>
                <a:spcPts val="0"/>
              </a:spcAft>
              <a:buSzPts val="1100"/>
              <a:buChar char="●"/>
            </a:pPr>
            <a:r>
              <a:rPr lang="en"/>
              <a:t>Although the results of our EDA suggested possible relationships between income, education, and depression score, our models performed worse on average than guessing the mean depression score</a:t>
            </a:r>
            <a:endParaRPr/>
          </a:p>
          <a:p>
            <a:pPr indent="-298450" lvl="0" marL="457200" rtl="0" algn="l">
              <a:spcBef>
                <a:spcPts val="0"/>
              </a:spcBef>
              <a:spcAft>
                <a:spcPts val="0"/>
              </a:spcAft>
              <a:buSzPts val="1100"/>
              <a:buChar char="●"/>
            </a:pPr>
            <a:r>
              <a:rPr lang="en"/>
              <a:t>Therefore, our models demonstrated that our predictors are not strong enough to conclude that there is a strong relationship between our selected predictor variables and depression score</a:t>
            </a:r>
            <a:endParaRPr/>
          </a:p>
          <a:p>
            <a:pPr indent="-298450" lvl="0" marL="457200" rtl="0" algn="l">
              <a:spcBef>
                <a:spcPts val="0"/>
              </a:spcBef>
              <a:spcAft>
                <a:spcPts val="0"/>
              </a:spcAft>
              <a:buSzPts val="1100"/>
              <a:buChar char="●"/>
            </a:pPr>
            <a:r>
              <a:rPr lang="en"/>
              <a:t>We aren’t claiming that our predictor variables have no impact on depression score, but our models show they aren’t influential enough on their own to predict it</a:t>
            </a:r>
            <a:endParaRPr/>
          </a:p>
          <a:p>
            <a:pPr indent="-298450" lvl="0" marL="457200" rtl="0" algn="l">
              <a:spcBef>
                <a:spcPts val="0"/>
              </a:spcBef>
              <a:spcAft>
                <a:spcPts val="0"/>
              </a:spcAft>
              <a:buSzPts val="1100"/>
              <a:buChar char="●"/>
            </a:pPr>
            <a:r>
              <a:rPr lang="en"/>
              <a:t>The main focus of any future work would be to see how our models (especially the neural network) perform when used on data outside of 2017-2018, and outside of the US</a:t>
            </a:r>
            <a:endParaRPr/>
          </a:p>
          <a:p>
            <a:pPr indent="-298450" lvl="0" marL="457200" rtl="0" algn="l">
              <a:spcBef>
                <a:spcPts val="0"/>
              </a:spcBef>
              <a:spcAft>
                <a:spcPts val="0"/>
              </a:spcAft>
              <a:buSzPts val="1100"/>
              <a:buChar char="●"/>
            </a:pPr>
            <a:r>
              <a:rPr lang="en"/>
              <a:t>Additionally, we would </a:t>
            </a:r>
            <a:r>
              <a:rPr lang="en"/>
              <a:t>increase our subset of predictor variables to see if there are any stronger correlations between other demographics we missed, or even other health conditions and depression score</a:t>
            </a:r>
            <a:endParaRPr/>
          </a:p>
          <a:p>
            <a:pPr indent="-298450" lvl="0" marL="457200" rtl="0" algn="l">
              <a:spcBef>
                <a:spcPts val="0"/>
              </a:spcBef>
              <a:spcAft>
                <a:spcPts val="0"/>
              </a:spcAft>
              <a:buSzPts val="1100"/>
              <a:buChar char="●"/>
            </a:pPr>
            <a:r>
              <a:rPr lang="en"/>
              <a:t>Lastly, we would want to find another metric of calculating severity of depression across the population other than the NHANES’ metrics and see if the same predictor variables are correlated with depression score.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dac9ab8aaa_0_1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3dac9ab8aaa_0_1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508475"/>
            <a:ext cx="4113900" cy="1610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159225"/>
            <a:ext cx="41139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rot="1586796">
            <a:off x="-13996" y="143600"/>
            <a:ext cx="1454426" cy="1280493"/>
            <a:chOff x="5917100" y="2092158"/>
            <a:chExt cx="1102175" cy="970367"/>
          </a:xfrm>
        </p:grpSpPr>
        <p:sp>
          <p:nvSpPr>
            <p:cNvPr id="12" name="Google Shape;12;p2"/>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0" y="2687325"/>
            <a:ext cx="1558778" cy="2456198"/>
            <a:chOff x="0" y="2687325"/>
            <a:chExt cx="1558778" cy="2456198"/>
          </a:xfrm>
        </p:grpSpPr>
        <p:sp>
          <p:nvSpPr>
            <p:cNvPr id="19" name="Google Shape;19;p2"/>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446850" y="42641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3821325" y="2423475"/>
            <a:ext cx="4609500" cy="7926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 name="Google Shape;24;p3"/>
          <p:cNvSpPr txBox="1"/>
          <p:nvPr>
            <p:ph hasCustomPrompt="1" idx="2" type="title"/>
          </p:nvPr>
        </p:nvSpPr>
        <p:spPr>
          <a:xfrm>
            <a:off x="7276975" y="1482534"/>
            <a:ext cx="11538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5" name="Google Shape;25;p3"/>
          <p:cNvSpPr txBox="1"/>
          <p:nvPr>
            <p:ph idx="1" type="subTitle"/>
          </p:nvPr>
        </p:nvSpPr>
        <p:spPr>
          <a:xfrm>
            <a:off x="3821325" y="3214526"/>
            <a:ext cx="46095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6" name="Google Shape;26;p3"/>
          <p:cNvGrpSpPr/>
          <p:nvPr/>
        </p:nvGrpSpPr>
        <p:grpSpPr>
          <a:xfrm>
            <a:off x="7891425" y="1"/>
            <a:ext cx="1252576" cy="1567250"/>
            <a:chOff x="7891425" y="1"/>
            <a:chExt cx="1252576" cy="1567250"/>
          </a:xfrm>
        </p:grpSpPr>
        <p:sp>
          <p:nvSpPr>
            <p:cNvPr id="27" name="Google Shape;27;p3"/>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7891425" y="193450"/>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1" name="Google Shape;31;p4"/>
          <p:cNvSpPr txBox="1"/>
          <p:nvPr>
            <p:ph idx="1" type="body"/>
          </p:nvPr>
        </p:nvSpPr>
        <p:spPr>
          <a:xfrm>
            <a:off x="720000" y="1187475"/>
            <a:ext cx="2770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32" name="Google Shape;32;p4"/>
          <p:cNvSpPr/>
          <p:nvPr/>
        </p:nvSpPr>
        <p:spPr>
          <a:xfrm flipH="1">
            <a:off x="8430773" y="2945775"/>
            <a:ext cx="789426" cy="235733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4"/>
          <p:cNvGrpSpPr/>
          <p:nvPr/>
        </p:nvGrpSpPr>
        <p:grpSpPr>
          <a:xfrm>
            <a:off x="-6" y="-57775"/>
            <a:ext cx="1343051" cy="2012425"/>
            <a:chOff x="-6" y="-57775"/>
            <a:chExt cx="1343051" cy="2012425"/>
          </a:xfrm>
        </p:grpSpPr>
        <p:sp>
          <p:nvSpPr>
            <p:cNvPr id="34" name="Google Shape;34;p4"/>
            <p:cNvSpPr/>
            <p:nvPr/>
          </p:nvSpPr>
          <p:spPr>
            <a:xfrm>
              <a:off x="-6" y="-57775"/>
              <a:ext cx="1343051" cy="1858013"/>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63600" y="1558950"/>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4"/>
          <p:cNvSpPr/>
          <p:nvPr/>
        </p:nvSpPr>
        <p:spPr>
          <a:xfrm>
            <a:off x="1429575" y="46040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9" name="Google Shape;39;p5"/>
          <p:cNvSpPr txBox="1"/>
          <p:nvPr>
            <p:ph idx="1" type="subTitle"/>
          </p:nvPr>
        </p:nvSpPr>
        <p:spPr>
          <a:xfrm>
            <a:off x="5055280"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txBox="1"/>
          <p:nvPr>
            <p:ph idx="2" type="subTitle"/>
          </p:nvPr>
        </p:nvSpPr>
        <p:spPr>
          <a:xfrm>
            <a:off x="1583188"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 name="Google Shape;41;p5"/>
          <p:cNvSpPr txBox="1"/>
          <p:nvPr>
            <p:ph idx="3" type="subTitle"/>
          </p:nvPr>
        </p:nvSpPr>
        <p:spPr>
          <a:xfrm>
            <a:off x="5055280"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2" name="Google Shape;42;p5"/>
          <p:cNvSpPr txBox="1"/>
          <p:nvPr>
            <p:ph idx="4" type="subTitle"/>
          </p:nvPr>
        </p:nvSpPr>
        <p:spPr>
          <a:xfrm>
            <a:off x="1583188"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43" name="Google Shape;43;p5"/>
          <p:cNvGrpSpPr/>
          <p:nvPr/>
        </p:nvGrpSpPr>
        <p:grpSpPr>
          <a:xfrm flipH="1" rot="4252875">
            <a:off x="-462158" y="3843033"/>
            <a:ext cx="1454415" cy="1280483"/>
            <a:chOff x="5917100" y="2092158"/>
            <a:chExt cx="1102175" cy="970367"/>
          </a:xfrm>
        </p:grpSpPr>
        <p:sp>
          <p:nvSpPr>
            <p:cNvPr id="44" name="Google Shape;44;p5"/>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 name="Google Shape;50;p5"/>
          <p:cNvSpPr/>
          <p:nvPr/>
        </p:nvSpPr>
        <p:spPr>
          <a:xfrm>
            <a:off x="7925625" y="-148520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0" y="0"/>
            <a:ext cx="9220200" cy="5219696"/>
            <a:chOff x="0" y="0"/>
            <a:chExt cx="9220200" cy="5219696"/>
          </a:xfrm>
        </p:grpSpPr>
        <p:grpSp>
          <p:nvGrpSpPr>
            <p:cNvPr id="52" name="Google Shape;52;p5"/>
            <p:cNvGrpSpPr/>
            <p:nvPr/>
          </p:nvGrpSpPr>
          <p:grpSpPr>
            <a:xfrm>
              <a:off x="0" y="0"/>
              <a:ext cx="1558778" cy="2416275"/>
              <a:chOff x="0" y="0"/>
              <a:chExt cx="1558778" cy="2416275"/>
            </a:xfrm>
          </p:grpSpPr>
          <p:sp>
            <p:nvSpPr>
              <p:cNvPr id="53" name="Google Shape;53;p5"/>
              <p:cNvSpPr/>
              <p:nvPr/>
            </p:nvSpPr>
            <p:spPr>
              <a:xfrm flipH="1" rot="10800000">
                <a:off x="0" y="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67425" y="202057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5"/>
            <p:cNvSpPr/>
            <p:nvPr/>
          </p:nvSpPr>
          <p:spPr>
            <a:xfrm rot="10800000">
              <a:off x="7762898" y="2695559"/>
              <a:ext cx="1457301" cy="25241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58" name="Google Shape;58;p6"/>
          <p:cNvGrpSpPr/>
          <p:nvPr/>
        </p:nvGrpSpPr>
        <p:grpSpPr>
          <a:xfrm>
            <a:off x="2" y="1"/>
            <a:ext cx="9191623" cy="4895872"/>
            <a:chOff x="2" y="1"/>
            <a:chExt cx="9191623" cy="4895872"/>
          </a:xfrm>
        </p:grpSpPr>
        <p:grpSp>
          <p:nvGrpSpPr>
            <p:cNvPr id="59" name="Google Shape;59;p6"/>
            <p:cNvGrpSpPr/>
            <p:nvPr/>
          </p:nvGrpSpPr>
          <p:grpSpPr>
            <a:xfrm>
              <a:off x="2" y="1"/>
              <a:ext cx="9191623" cy="4895872"/>
              <a:chOff x="2" y="1"/>
              <a:chExt cx="9191623" cy="4895872"/>
            </a:xfrm>
          </p:grpSpPr>
          <p:sp>
            <p:nvSpPr>
              <p:cNvPr id="60" name="Google Shape;60;p6"/>
              <p:cNvSpPr/>
              <p:nvPr/>
            </p:nvSpPr>
            <p:spPr>
              <a:xfrm flipH="1">
                <a:off x="8543928" y="1904100"/>
                <a:ext cx="647697" cy="2991773"/>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flipH="1">
                <a:off x="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p:nvPr/>
          </p:nvSpPr>
          <p:spPr>
            <a:xfrm>
              <a:off x="8669925" y="200175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6"/>
          <p:cNvSpPr/>
          <p:nvPr/>
        </p:nvSpPr>
        <p:spPr>
          <a:xfrm rot="7432487">
            <a:off x="1805773" y="4662469"/>
            <a:ext cx="3922632" cy="336872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 name="Shape 64"/>
        <p:cNvGrpSpPr/>
        <p:nvPr/>
      </p:nvGrpSpPr>
      <p:grpSpPr>
        <a:xfrm>
          <a:off x="0" y="0"/>
          <a:ext cx="0" cy="0"/>
          <a:chOff x="0" y="0"/>
          <a:chExt cx="0" cy="0"/>
        </a:xfrm>
      </p:grpSpPr>
      <p:sp>
        <p:nvSpPr>
          <p:cNvPr id="65" name="Google Shape;65;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66" name="Google Shape;66;p7"/>
          <p:cNvGrpSpPr/>
          <p:nvPr/>
        </p:nvGrpSpPr>
        <p:grpSpPr>
          <a:xfrm>
            <a:off x="-5" y="-45596"/>
            <a:ext cx="9198312" cy="5189097"/>
            <a:chOff x="-5" y="-45596"/>
            <a:chExt cx="9198312" cy="5189097"/>
          </a:xfrm>
        </p:grpSpPr>
        <p:sp>
          <p:nvSpPr>
            <p:cNvPr id="67" name="Google Shape;67;p7"/>
            <p:cNvSpPr/>
            <p:nvPr/>
          </p:nvSpPr>
          <p:spPr>
            <a:xfrm flipH="1" rot="10800000">
              <a:off x="-5" y="3505185"/>
              <a:ext cx="1514484" cy="1638316"/>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58825" y="326392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5610225" y="-45596"/>
              <a:ext cx="3588082" cy="490624"/>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7"/>
          <p:cNvSpPr txBox="1"/>
          <p:nvPr>
            <p:ph idx="1" type="body"/>
          </p:nvPr>
        </p:nvSpPr>
        <p:spPr>
          <a:xfrm>
            <a:off x="720000" y="1751700"/>
            <a:ext cx="4121700" cy="2145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1" name="Shape 71"/>
        <p:cNvGrpSpPr/>
        <p:nvPr/>
      </p:nvGrpSpPr>
      <p:grpSpPr>
        <a:xfrm>
          <a:off x="0" y="0"/>
          <a:ext cx="0" cy="0"/>
          <a:chOff x="0" y="0"/>
          <a:chExt cx="0" cy="0"/>
        </a:xfrm>
      </p:grpSpPr>
      <p:sp>
        <p:nvSpPr>
          <p:cNvPr id="72" name="Google Shape;72;p8"/>
          <p:cNvSpPr txBox="1"/>
          <p:nvPr>
            <p:ph type="title"/>
          </p:nvPr>
        </p:nvSpPr>
        <p:spPr>
          <a:xfrm>
            <a:off x="1768500" y="1516200"/>
            <a:ext cx="5607000" cy="21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3" name="Shape 73"/>
        <p:cNvGrpSpPr/>
        <p:nvPr/>
      </p:nvGrpSpPr>
      <p:grpSpPr>
        <a:xfrm>
          <a:off x="0" y="0"/>
          <a:ext cx="0" cy="0"/>
          <a:chOff x="0" y="0"/>
          <a:chExt cx="0" cy="0"/>
        </a:xfrm>
      </p:grpSpPr>
      <p:sp>
        <p:nvSpPr>
          <p:cNvPr id="74" name="Google Shape;74;p9"/>
          <p:cNvSpPr txBox="1"/>
          <p:nvPr>
            <p:ph type="title"/>
          </p:nvPr>
        </p:nvSpPr>
        <p:spPr>
          <a:xfrm>
            <a:off x="2135550" y="1595175"/>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sz="65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
        <p:nvSpPr>
          <p:cNvPr id="75" name="Google Shape;75;p9"/>
          <p:cNvSpPr txBox="1"/>
          <p:nvPr>
            <p:ph idx="1" type="subTitle"/>
          </p:nvPr>
        </p:nvSpPr>
        <p:spPr>
          <a:xfrm>
            <a:off x="2135550" y="2756615"/>
            <a:ext cx="4872900" cy="79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6" name="Shape 76"/>
        <p:cNvGrpSpPr/>
        <p:nvPr/>
      </p:nvGrpSpPr>
      <p:grpSpPr>
        <a:xfrm>
          <a:off x="0" y="0"/>
          <a:ext cx="0" cy="0"/>
          <a:chOff x="0" y="0"/>
          <a:chExt cx="0" cy="0"/>
        </a:xfrm>
      </p:grpSpPr>
      <p:sp>
        <p:nvSpPr>
          <p:cNvPr id="77" name="Google Shape;77;p10"/>
          <p:cNvSpPr/>
          <p:nvPr>
            <p:ph idx="2" type="pic"/>
          </p:nvPr>
        </p:nvSpPr>
        <p:spPr>
          <a:xfrm>
            <a:off x="-25" y="-13725"/>
            <a:ext cx="9144000" cy="5157300"/>
          </a:xfrm>
          <a:prstGeom prst="rect">
            <a:avLst/>
          </a:prstGeom>
          <a:noFill/>
          <a:ln>
            <a:noFill/>
          </a:ln>
        </p:spPr>
      </p:sp>
      <p:sp>
        <p:nvSpPr>
          <p:cNvPr id="78" name="Google Shape;78;p10"/>
          <p:cNvSpPr txBox="1"/>
          <p:nvPr>
            <p:ph type="title"/>
          </p:nvPr>
        </p:nvSpPr>
        <p:spPr>
          <a:xfrm>
            <a:off x="720000" y="3445500"/>
            <a:ext cx="3616800" cy="11418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9" name="Shape 79"/>
        <p:cNvGrpSpPr/>
        <p:nvPr/>
      </p:nvGrpSpPr>
      <p:grpSpPr>
        <a:xfrm>
          <a:off x="0" y="0"/>
          <a:ext cx="0" cy="0"/>
          <a:chOff x="0" y="0"/>
          <a:chExt cx="0" cy="0"/>
        </a:xfrm>
      </p:grpSpPr>
      <p:sp>
        <p:nvSpPr>
          <p:cNvPr id="80" name="Google Shape;80;p11"/>
          <p:cNvSpPr txBox="1"/>
          <p:nvPr>
            <p:ph hasCustomPrompt="1" type="title"/>
          </p:nvPr>
        </p:nvSpPr>
        <p:spPr>
          <a:xfrm>
            <a:off x="1284000" y="1902050"/>
            <a:ext cx="6576000" cy="943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1" name="Google Shape;81;p11"/>
          <p:cNvSpPr txBox="1"/>
          <p:nvPr>
            <p:ph idx="1" type="subTitle"/>
          </p:nvPr>
        </p:nvSpPr>
        <p:spPr>
          <a:xfrm>
            <a:off x="1284000" y="2845750"/>
            <a:ext cx="6576000" cy="39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82" name="Shape 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3" name="Shape 83"/>
        <p:cNvGrpSpPr/>
        <p:nvPr/>
      </p:nvGrpSpPr>
      <p:grpSpPr>
        <a:xfrm>
          <a:off x="0" y="0"/>
          <a:ext cx="0" cy="0"/>
          <a:chOff x="0" y="0"/>
          <a:chExt cx="0" cy="0"/>
        </a:xfrm>
      </p:grpSpPr>
      <p:sp>
        <p:nvSpPr>
          <p:cNvPr id="84" name="Google Shape;84;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85" name="Google Shape;85;p13"/>
          <p:cNvSpPr txBox="1"/>
          <p:nvPr>
            <p:ph idx="1" type="subTitle"/>
          </p:nvPr>
        </p:nvSpPr>
        <p:spPr>
          <a:xfrm>
            <a:off x="713175"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3"/>
          <p:cNvSpPr txBox="1"/>
          <p:nvPr>
            <p:ph idx="2" type="subTitle"/>
          </p:nvPr>
        </p:nvSpPr>
        <p:spPr>
          <a:xfrm>
            <a:off x="3394784"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 name="Google Shape;87;p13"/>
          <p:cNvSpPr txBox="1"/>
          <p:nvPr>
            <p:ph idx="3" type="subTitle"/>
          </p:nvPr>
        </p:nvSpPr>
        <p:spPr>
          <a:xfrm>
            <a:off x="2053983"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 name="Google Shape;88;p13"/>
          <p:cNvSpPr txBox="1"/>
          <p:nvPr>
            <p:ph idx="4" type="subTitle"/>
          </p:nvPr>
        </p:nvSpPr>
        <p:spPr>
          <a:xfrm>
            <a:off x="4735668"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 name="Google Shape;89;p13"/>
          <p:cNvSpPr txBox="1"/>
          <p:nvPr>
            <p:ph idx="5" type="subTitle"/>
          </p:nvPr>
        </p:nvSpPr>
        <p:spPr>
          <a:xfrm>
            <a:off x="6076376"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0" name="Google Shape;90;p13"/>
          <p:cNvSpPr txBox="1"/>
          <p:nvPr>
            <p:ph hasCustomPrompt="1" idx="6" type="title"/>
          </p:nvPr>
        </p:nvSpPr>
        <p:spPr>
          <a:xfrm>
            <a:off x="1515259"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p:nvPr>
            <p:ph hasCustomPrompt="1" idx="7" type="title"/>
          </p:nvPr>
        </p:nvSpPr>
        <p:spPr>
          <a:xfrm>
            <a:off x="2856067"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p:nvPr>
            <p:ph hasCustomPrompt="1" idx="8" type="title"/>
          </p:nvPr>
        </p:nvSpPr>
        <p:spPr>
          <a:xfrm>
            <a:off x="4196868"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p:nvPr>
            <p:ph hasCustomPrompt="1" idx="9" type="title"/>
          </p:nvPr>
        </p:nvSpPr>
        <p:spPr>
          <a:xfrm>
            <a:off x="5537752"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p:nvPr>
            <p:ph hasCustomPrompt="1" idx="13" type="title"/>
          </p:nvPr>
        </p:nvSpPr>
        <p:spPr>
          <a:xfrm>
            <a:off x="6878460"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p:nvPr>
            <p:ph idx="14" type="subTitle"/>
          </p:nvPr>
        </p:nvSpPr>
        <p:spPr>
          <a:xfrm>
            <a:off x="713175"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6" name="Google Shape;96;p13"/>
          <p:cNvSpPr txBox="1"/>
          <p:nvPr>
            <p:ph idx="15" type="subTitle"/>
          </p:nvPr>
        </p:nvSpPr>
        <p:spPr>
          <a:xfrm>
            <a:off x="3394784"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7" name="Google Shape;97;p13"/>
          <p:cNvSpPr txBox="1"/>
          <p:nvPr>
            <p:ph idx="16" type="subTitle"/>
          </p:nvPr>
        </p:nvSpPr>
        <p:spPr>
          <a:xfrm>
            <a:off x="6076376"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8" name="Google Shape;98;p13"/>
          <p:cNvSpPr txBox="1"/>
          <p:nvPr>
            <p:ph idx="17" type="subTitle"/>
          </p:nvPr>
        </p:nvSpPr>
        <p:spPr>
          <a:xfrm>
            <a:off x="2053983"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 name="Google Shape;99;p13"/>
          <p:cNvSpPr txBox="1"/>
          <p:nvPr>
            <p:ph idx="18" type="subTitle"/>
          </p:nvPr>
        </p:nvSpPr>
        <p:spPr>
          <a:xfrm>
            <a:off x="4735668"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0" name="Google Shape;100;p13"/>
          <p:cNvGrpSpPr/>
          <p:nvPr/>
        </p:nvGrpSpPr>
        <p:grpSpPr>
          <a:xfrm>
            <a:off x="-12420" y="0"/>
            <a:ext cx="9156403" cy="5624539"/>
            <a:chOff x="-12420" y="0"/>
            <a:chExt cx="9156403" cy="5624539"/>
          </a:xfrm>
        </p:grpSpPr>
        <p:sp>
          <p:nvSpPr>
            <p:cNvPr id="101" name="Google Shape;101;p13"/>
            <p:cNvSpPr/>
            <p:nvPr/>
          </p:nvSpPr>
          <p:spPr>
            <a:xfrm rot="5400000">
              <a:off x="-1341184" y="38109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6761821" y="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210300" y="3578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3"/>
          <p:cNvSpPr/>
          <p:nvPr/>
        </p:nvSpPr>
        <p:spPr>
          <a:xfrm>
            <a:off x="8430775" y="317379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5" name="Shape 105"/>
        <p:cNvGrpSpPr/>
        <p:nvPr/>
      </p:nvGrpSpPr>
      <p:grpSpPr>
        <a:xfrm>
          <a:off x="0" y="0"/>
          <a:ext cx="0" cy="0"/>
          <a:chOff x="0" y="0"/>
          <a:chExt cx="0" cy="0"/>
        </a:xfrm>
      </p:grpSpPr>
      <p:sp>
        <p:nvSpPr>
          <p:cNvPr id="106" name="Google Shape;106;p14"/>
          <p:cNvSpPr txBox="1"/>
          <p:nvPr>
            <p:ph type="title"/>
          </p:nvPr>
        </p:nvSpPr>
        <p:spPr>
          <a:xfrm>
            <a:off x="713225" y="3768000"/>
            <a:ext cx="4366500" cy="45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7" name="Google Shape;107;p14"/>
          <p:cNvSpPr txBox="1"/>
          <p:nvPr>
            <p:ph idx="1" type="subTitle"/>
          </p:nvPr>
        </p:nvSpPr>
        <p:spPr>
          <a:xfrm>
            <a:off x="713225" y="920100"/>
            <a:ext cx="4366500" cy="2737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108" name="Google Shape;108;p14"/>
          <p:cNvGrpSpPr/>
          <p:nvPr/>
        </p:nvGrpSpPr>
        <p:grpSpPr>
          <a:xfrm>
            <a:off x="-9525" y="2687325"/>
            <a:ext cx="1558778" cy="2465723"/>
            <a:chOff x="-9525" y="2687325"/>
            <a:chExt cx="1558778" cy="2465723"/>
          </a:xfrm>
        </p:grpSpPr>
        <p:sp>
          <p:nvSpPr>
            <p:cNvPr id="109" name="Google Shape;109;p14"/>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4"/>
          <p:cNvGrpSpPr/>
          <p:nvPr/>
        </p:nvGrpSpPr>
        <p:grpSpPr>
          <a:xfrm flipH="1" rot="8988552">
            <a:off x="-128500" y="-534854"/>
            <a:ext cx="1454426" cy="1280493"/>
            <a:chOff x="5917100" y="2092158"/>
            <a:chExt cx="1102175" cy="970367"/>
          </a:xfrm>
        </p:grpSpPr>
        <p:sp>
          <p:nvSpPr>
            <p:cNvPr id="112" name="Google Shape;112;p14"/>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14"/>
          <p:cNvSpPr/>
          <p:nvPr/>
        </p:nvSpPr>
        <p:spPr>
          <a:xfrm rot="5400000">
            <a:off x="6313350" y="489735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9" name="Shape 119"/>
        <p:cNvGrpSpPr/>
        <p:nvPr/>
      </p:nvGrpSpPr>
      <p:grpSpPr>
        <a:xfrm>
          <a:off x="0" y="0"/>
          <a:ext cx="0" cy="0"/>
          <a:chOff x="0" y="0"/>
          <a:chExt cx="0" cy="0"/>
        </a:xfrm>
      </p:grpSpPr>
      <p:sp>
        <p:nvSpPr>
          <p:cNvPr id="120" name="Google Shape;120;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21" name="Google Shape;121;p15"/>
          <p:cNvGrpSpPr/>
          <p:nvPr/>
        </p:nvGrpSpPr>
        <p:grpSpPr>
          <a:xfrm>
            <a:off x="-1344725" y="-32523"/>
            <a:ext cx="10488717" cy="6685915"/>
            <a:chOff x="-1344725" y="-32523"/>
            <a:chExt cx="10488717" cy="6685915"/>
          </a:xfrm>
        </p:grpSpPr>
        <p:sp>
          <p:nvSpPr>
            <p:cNvPr id="122" name="Google Shape;122;p15"/>
            <p:cNvSpPr/>
            <p:nvPr/>
          </p:nvSpPr>
          <p:spPr>
            <a:xfrm>
              <a:off x="-1344725" y="435247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rot="5400000">
              <a:off x="6741954" y="1740877"/>
              <a:ext cx="4175439" cy="628638"/>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8582775" y="172087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5"/>
          <p:cNvSpPr/>
          <p:nvPr/>
        </p:nvSpPr>
        <p:spPr>
          <a:xfrm flipH="1">
            <a:off x="-3209362" y="-99243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26" name="Shape 126"/>
        <p:cNvGrpSpPr/>
        <p:nvPr/>
      </p:nvGrpSpPr>
      <p:grpSpPr>
        <a:xfrm>
          <a:off x="0" y="0"/>
          <a:ext cx="0" cy="0"/>
          <a:chOff x="0" y="0"/>
          <a:chExt cx="0" cy="0"/>
        </a:xfrm>
      </p:grpSpPr>
      <p:sp>
        <p:nvSpPr>
          <p:cNvPr id="127" name="Google Shape;127;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28" name="Google Shape;128;p16"/>
          <p:cNvGrpSpPr/>
          <p:nvPr/>
        </p:nvGrpSpPr>
        <p:grpSpPr>
          <a:xfrm>
            <a:off x="15" y="0"/>
            <a:ext cx="9143991" cy="5143504"/>
            <a:chOff x="15" y="0"/>
            <a:chExt cx="9143991" cy="5143504"/>
          </a:xfrm>
        </p:grpSpPr>
        <p:sp>
          <p:nvSpPr>
            <p:cNvPr id="129" name="Google Shape;129;p16"/>
            <p:cNvSpPr/>
            <p:nvPr/>
          </p:nvSpPr>
          <p:spPr>
            <a:xfrm rot="5400000">
              <a:off x="353766" y="-353751"/>
              <a:ext cx="1123932" cy="1831435"/>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7218154" y="4084425"/>
              <a:ext cx="1925852" cy="1059079"/>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105525" y="8204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6"/>
          <p:cNvSpPr/>
          <p:nvPr/>
        </p:nvSpPr>
        <p:spPr>
          <a:xfrm rot="5576500">
            <a:off x="-2910248" y="2359177"/>
            <a:ext cx="3922554" cy="3368658"/>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133" name="Shape 133"/>
        <p:cNvGrpSpPr/>
        <p:nvPr/>
      </p:nvGrpSpPr>
      <p:grpSpPr>
        <a:xfrm>
          <a:off x="0" y="0"/>
          <a:ext cx="0" cy="0"/>
          <a:chOff x="0" y="0"/>
          <a:chExt cx="0" cy="0"/>
        </a:xfrm>
      </p:grpSpPr>
      <p:sp>
        <p:nvSpPr>
          <p:cNvPr id="134" name="Google Shape;134;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35" name="Google Shape;135;p17"/>
          <p:cNvGrpSpPr/>
          <p:nvPr/>
        </p:nvGrpSpPr>
        <p:grpSpPr>
          <a:xfrm>
            <a:off x="-69570" y="-639075"/>
            <a:ext cx="9213570" cy="5782564"/>
            <a:chOff x="-69570" y="-639075"/>
            <a:chExt cx="9213570" cy="5782564"/>
          </a:xfrm>
        </p:grpSpPr>
        <p:sp>
          <p:nvSpPr>
            <p:cNvPr id="136" name="Google Shape;136;p17"/>
            <p:cNvSpPr/>
            <p:nvPr/>
          </p:nvSpPr>
          <p:spPr>
            <a:xfrm flipH="1">
              <a:off x="8443442" y="-639075"/>
              <a:ext cx="700558" cy="2696470"/>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 name="Google Shape;137;p17"/>
            <p:cNvGrpSpPr/>
            <p:nvPr/>
          </p:nvGrpSpPr>
          <p:grpSpPr>
            <a:xfrm>
              <a:off x="-69570" y="2001161"/>
              <a:ext cx="618420" cy="3142328"/>
              <a:chOff x="-69570" y="2001161"/>
              <a:chExt cx="618420" cy="3142328"/>
            </a:xfrm>
          </p:grpSpPr>
          <p:sp>
            <p:nvSpPr>
              <p:cNvPr id="138" name="Google Shape;138;p17"/>
              <p:cNvSpPr/>
              <p:nvPr/>
            </p:nvSpPr>
            <p:spPr>
              <a:xfrm rot="5400000">
                <a:off x="-1398334" y="332992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153150" y="20574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0" name="Google Shape;140;p17"/>
          <p:cNvSpPr/>
          <p:nvPr/>
        </p:nvSpPr>
        <p:spPr>
          <a:xfrm rot="-6269851">
            <a:off x="8176744" y="2301996"/>
            <a:ext cx="3922614" cy="3368710"/>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1" name="Shape 141"/>
        <p:cNvGrpSpPr/>
        <p:nvPr/>
      </p:nvGrpSpPr>
      <p:grpSpPr>
        <a:xfrm>
          <a:off x="0" y="0"/>
          <a:ext cx="0" cy="0"/>
          <a:chOff x="0" y="0"/>
          <a:chExt cx="0" cy="0"/>
        </a:xfrm>
      </p:grpSpPr>
      <p:sp>
        <p:nvSpPr>
          <p:cNvPr id="142" name="Google Shape;142;p18"/>
          <p:cNvSpPr txBox="1"/>
          <p:nvPr>
            <p:ph type="title"/>
          </p:nvPr>
        </p:nvSpPr>
        <p:spPr>
          <a:xfrm>
            <a:off x="4702800" y="1154688"/>
            <a:ext cx="3728100" cy="1617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43" name="Google Shape;143;p18"/>
          <p:cNvSpPr txBox="1"/>
          <p:nvPr>
            <p:ph idx="1" type="subTitle"/>
          </p:nvPr>
        </p:nvSpPr>
        <p:spPr>
          <a:xfrm>
            <a:off x="4702800" y="2771413"/>
            <a:ext cx="3728100" cy="1217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4" name="Google Shape;144;p18"/>
          <p:cNvSpPr/>
          <p:nvPr>
            <p:ph idx="2" type="pic"/>
          </p:nvPr>
        </p:nvSpPr>
        <p:spPr>
          <a:xfrm>
            <a:off x="713225" y="747000"/>
            <a:ext cx="3189000" cy="3649500"/>
          </a:xfrm>
          <a:prstGeom prst="roundRect">
            <a:avLst>
              <a:gd fmla="val 16667" name="adj"/>
            </a:avLst>
          </a:prstGeom>
          <a:noFill/>
          <a:ln>
            <a:noFill/>
          </a:ln>
        </p:spPr>
      </p:sp>
      <p:sp>
        <p:nvSpPr>
          <p:cNvPr id="145" name="Google Shape;145;p18"/>
          <p:cNvSpPr/>
          <p:nvPr/>
        </p:nvSpPr>
        <p:spPr>
          <a:xfrm>
            <a:off x="7923100" y="38762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8525700" y="-87627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7" name="Shape 147"/>
        <p:cNvGrpSpPr/>
        <p:nvPr/>
      </p:nvGrpSpPr>
      <p:grpSpPr>
        <a:xfrm>
          <a:off x="0" y="0"/>
          <a:ext cx="0" cy="0"/>
          <a:chOff x="0" y="0"/>
          <a:chExt cx="0" cy="0"/>
        </a:xfrm>
      </p:grpSpPr>
      <p:sp>
        <p:nvSpPr>
          <p:cNvPr id="148" name="Google Shape;148;p19"/>
          <p:cNvSpPr txBox="1"/>
          <p:nvPr>
            <p:ph type="title"/>
          </p:nvPr>
        </p:nvSpPr>
        <p:spPr>
          <a:xfrm>
            <a:off x="5680075" y="1326251"/>
            <a:ext cx="2750700" cy="110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49" name="Google Shape;149;p19"/>
          <p:cNvSpPr txBox="1"/>
          <p:nvPr>
            <p:ph idx="1" type="subTitle"/>
          </p:nvPr>
        </p:nvSpPr>
        <p:spPr>
          <a:xfrm>
            <a:off x="5680075" y="2330344"/>
            <a:ext cx="2750700" cy="154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9"/>
          <p:cNvSpPr/>
          <p:nvPr/>
        </p:nvSpPr>
        <p:spPr>
          <a:xfrm>
            <a:off x="6924678" y="3927299"/>
            <a:ext cx="2228880" cy="1225736"/>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a:off x="8382825" y="-13426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52" name="Shape 152"/>
        <p:cNvGrpSpPr/>
        <p:nvPr/>
      </p:nvGrpSpPr>
      <p:grpSpPr>
        <a:xfrm>
          <a:off x="0" y="0"/>
          <a:ext cx="0" cy="0"/>
          <a:chOff x="0" y="0"/>
          <a:chExt cx="0" cy="0"/>
        </a:xfrm>
      </p:grpSpPr>
      <p:sp>
        <p:nvSpPr>
          <p:cNvPr id="153" name="Google Shape;153;p20"/>
          <p:cNvSpPr txBox="1"/>
          <p:nvPr>
            <p:ph type="title"/>
          </p:nvPr>
        </p:nvSpPr>
        <p:spPr>
          <a:xfrm>
            <a:off x="713225" y="1326250"/>
            <a:ext cx="2750700" cy="1100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54" name="Google Shape;154;p20"/>
          <p:cNvSpPr txBox="1"/>
          <p:nvPr>
            <p:ph idx="1" type="subTitle"/>
          </p:nvPr>
        </p:nvSpPr>
        <p:spPr>
          <a:xfrm>
            <a:off x="713359" y="2330350"/>
            <a:ext cx="2750700" cy="1544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55" name="Google Shape;155;p20"/>
          <p:cNvGrpSpPr/>
          <p:nvPr/>
        </p:nvGrpSpPr>
        <p:grpSpPr>
          <a:xfrm>
            <a:off x="0" y="2687325"/>
            <a:ext cx="1558778" cy="2456198"/>
            <a:chOff x="0" y="2687325"/>
            <a:chExt cx="1558778" cy="2456198"/>
          </a:xfrm>
        </p:grpSpPr>
        <p:sp>
          <p:nvSpPr>
            <p:cNvPr id="156" name="Google Shape;156;p20"/>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0"/>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20"/>
          <p:cNvSpPr/>
          <p:nvPr/>
        </p:nvSpPr>
        <p:spPr>
          <a:xfrm rot="-8951246">
            <a:off x="1299276" y="-2993894"/>
            <a:ext cx="3922599" cy="3368697"/>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59" name="Shape 159"/>
        <p:cNvGrpSpPr/>
        <p:nvPr/>
      </p:nvGrpSpPr>
      <p:grpSpPr>
        <a:xfrm>
          <a:off x="0" y="0"/>
          <a:ext cx="0" cy="0"/>
          <a:chOff x="0" y="0"/>
          <a:chExt cx="0" cy="0"/>
        </a:xfrm>
      </p:grpSpPr>
      <p:sp>
        <p:nvSpPr>
          <p:cNvPr id="160" name="Google Shape;160;p21"/>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61" name="Google Shape;161;p21"/>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2" name="Google Shape;162;p21"/>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p:nvPr/>
        </p:nvSpPr>
        <p:spPr>
          <a:xfrm>
            <a:off x="8331875" y="-7437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64" name="Shape 164"/>
        <p:cNvGrpSpPr/>
        <p:nvPr/>
      </p:nvGrpSpPr>
      <p:grpSpPr>
        <a:xfrm>
          <a:off x="0" y="0"/>
          <a:ext cx="0" cy="0"/>
          <a:chOff x="0" y="0"/>
          <a:chExt cx="0" cy="0"/>
        </a:xfrm>
      </p:grpSpPr>
      <p:sp>
        <p:nvSpPr>
          <p:cNvPr id="165" name="Google Shape;16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66" name="Google Shape;166;p22"/>
          <p:cNvSpPr txBox="1"/>
          <p:nvPr>
            <p:ph idx="1" type="subTitle"/>
          </p:nvPr>
        </p:nvSpPr>
        <p:spPr>
          <a:xfrm>
            <a:off x="4872994"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7" name="Google Shape;167;p22"/>
          <p:cNvSpPr txBox="1"/>
          <p:nvPr>
            <p:ph idx="2" type="subTitle"/>
          </p:nvPr>
        </p:nvSpPr>
        <p:spPr>
          <a:xfrm>
            <a:off x="1434200"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 name="Google Shape;168;p22"/>
          <p:cNvSpPr txBox="1"/>
          <p:nvPr>
            <p:ph idx="3" type="subTitle"/>
          </p:nvPr>
        </p:nvSpPr>
        <p:spPr>
          <a:xfrm>
            <a:off x="1434200"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9" name="Google Shape;169;p22"/>
          <p:cNvSpPr txBox="1"/>
          <p:nvPr>
            <p:ph idx="4" type="subTitle"/>
          </p:nvPr>
        </p:nvSpPr>
        <p:spPr>
          <a:xfrm>
            <a:off x="4873004"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70" name="Google Shape;170;p22"/>
          <p:cNvGrpSpPr/>
          <p:nvPr/>
        </p:nvGrpSpPr>
        <p:grpSpPr>
          <a:xfrm>
            <a:off x="-255199" y="-9535"/>
            <a:ext cx="9408724" cy="5162561"/>
            <a:chOff x="-255199" y="-9535"/>
            <a:chExt cx="9408724" cy="5162561"/>
          </a:xfrm>
        </p:grpSpPr>
        <p:sp>
          <p:nvSpPr>
            <p:cNvPr id="171" name="Google Shape;171;p22"/>
            <p:cNvSpPr/>
            <p:nvPr/>
          </p:nvSpPr>
          <p:spPr>
            <a:xfrm rot="10800000">
              <a:off x="-255199" y="-953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rot="5400000">
              <a:off x="157065" y="8911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p:nvPr/>
          </p:nvSpPr>
          <p:spPr>
            <a:xfrm flipH="1" rot="10800000">
              <a:off x="7963727" y="3585776"/>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22"/>
          <p:cNvSpPr/>
          <p:nvPr/>
        </p:nvSpPr>
        <p:spPr>
          <a:xfrm rot="5998970">
            <a:off x="-2951937" y="3225943"/>
            <a:ext cx="3922585" cy="336868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75" name="Shape 175"/>
        <p:cNvGrpSpPr/>
        <p:nvPr/>
      </p:nvGrpSpPr>
      <p:grpSpPr>
        <a:xfrm>
          <a:off x="0" y="0"/>
          <a:ext cx="0" cy="0"/>
          <a:chOff x="0" y="0"/>
          <a:chExt cx="0" cy="0"/>
        </a:xfrm>
      </p:grpSpPr>
      <p:sp>
        <p:nvSpPr>
          <p:cNvPr id="176" name="Google Shape;17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77" name="Google Shape;177;p23"/>
          <p:cNvSpPr txBox="1"/>
          <p:nvPr>
            <p:ph idx="1" type="subTitle"/>
          </p:nvPr>
        </p:nvSpPr>
        <p:spPr>
          <a:xfrm>
            <a:off x="4743229"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8" name="Google Shape;178;p23"/>
          <p:cNvSpPr txBox="1"/>
          <p:nvPr>
            <p:ph idx="2" type="subTitle"/>
          </p:nvPr>
        </p:nvSpPr>
        <p:spPr>
          <a:xfrm>
            <a:off x="827475"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9" name="Google Shape;179;p23"/>
          <p:cNvSpPr/>
          <p:nvPr/>
        </p:nvSpPr>
        <p:spPr>
          <a:xfrm flipH="1" rot="-5620785">
            <a:off x="8161983" y="-1102921"/>
            <a:ext cx="3922561" cy="336866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23"/>
          <p:cNvGrpSpPr/>
          <p:nvPr/>
        </p:nvGrpSpPr>
        <p:grpSpPr>
          <a:xfrm>
            <a:off x="-58079" y="-76200"/>
            <a:ext cx="9202083" cy="5243547"/>
            <a:chOff x="-58079" y="-76200"/>
            <a:chExt cx="9202083" cy="5243547"/>
          </a:xfrm>
        </p:grpSpPr>
        <p:sp>
          <p:nvSpPr>
            <p:cNvPr id="181" name="Google Shape;181;p23"/>
            <p:cNvSpPr/>
            <p:nvPr/>
          </p:nvSpPr>
          <p:spPr>
            <a:xfrm flipH="1">
              <a:off x="-58079" y="-7620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 name="Google Shape;182;p23"/>
            <p:cNvGrpSpPr/>
            <p:nvPr/>
          </p:nvGrpSpPr>
          <p:grpSpPr>
            <a:xfrm>
              <a:off x="6001676" y="4548927"/>
              <a:ext cx="3142328" cy="618420"/>
              <a:chOff x="6001676" y="4548927"/>
              <a:chExt cx="3142328" cy="618420"/>
            </a:xfrm>
          </p:grpSpPr>
          <p:sp>
            <p:nvSpPr>
              <p:cNvPr id="183" name="Google Shape;183;p23"/>
              <p:cNvSpPr/>
              <p:nvPr/>
            </p:nvSpPr>
            <p:spPr>
              <a:xfrm>
                <a:off x="6001676" y="4682548"/>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3"/>
              <p:cNvSpPr/>
              <p:nvPr/>
            </p:nvSpPr>
            <p:spPr>
              <a:xfrm rot="-5400000">
                <a:off x="7097790" y="4548927"/>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
    <p:spTree>
      <p:nvGrpSpPr>
        <p:cNvPr id="185" name="Shape 185"/>
        <p:cNvGrpSpPr/>
        <p:nvPr/>
      </p:nvGrpSpPr>
      <p:grpSpPr>
        <a:xfrm>
          <a:off x="0" y="0"/>
          <a:ext cx="0" cy="0"/>
          <a:chOff x="0" y="0"/>
          <a:chExt cx="0" cy="0"/>
        </a:xfrm>
      </p:grpSpPr>
      <p:sp>
        <p:nvSpPr>
          <p:cNvPr id="186" name="Google Shape;186;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87" name="Google Shape;187;p24"/>
          <p:cNvSpPr txBox="1"/>
          <p:nvPr>
            <p:ph idx="1" type="body"/>
          </p:nvPr>
        </p:nvSpPr>
        <p:spPr>
          <a:xfrm>
            <a:off x="872438"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30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188" name="Google Shape;188;p24"/>
          <p:cNvSpPr txBox="1"/>
          <p:nvPr>
            <p:ph idx="2" type="body"/>
          </p:nvPr>
        </p:nvSpPr>
        <p:spPr>
          <a:xfrm>
            <a:off x="4623859"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grpSp>
        <p:nvGrpSpPr>
          <p:cNvPr id="189" name="Google Shape;189;p24"/>
          <p:cNvGrpSpPr/>
          <p:nvPr/>
        </p:nvGrpSpPr>
        <p:grpSpPr>
          <a:xfrm>
            <a:off x="0" y="-45596"/>
            <a:ext cx="9217351" cy="5189119"/>
            <a:chOff x="0" y="-45596"/>
            <a:chExt cx="9217351" cy="5189119"/>
          </a:xfrm>
        </p:grpSpPr>
        <p:sp>
          <p:nvSpPr>
            <p:cNvPr id="190" name="Google Shape;190;p24"/>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p:nvPr/>
          </p:nvSpPr>
          <p:spPr>
            <a:xfrm>
              <a:off x="67425" y="2687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4"/>
            <p:cNvSpPr/>
            <p:nvPr/>
          </p:nvSpPr>
          <p:spPr>
            <a:xfrm>
              <a:off x="5638800" y="-45596"/>
              <a:ext cx="3578551" cy="572699"/>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24"/>
          <p:cNvSpPr/>
          <p:nvPr/>
        </p:nvSpPr>
        <p:spPr>
          <a:xfrm flipH="1" rot="-6852635">
            <a:off x="8370682" y="3411391"/>
            <a:ext cx="3922575" cy="336867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4" name="Shape 194"/>
        <p:cNvGrpSpPr/>
        <p:nvPr/>
      </p:nvGrpSpPr>
      <p:grpSpPr>
        <a:xfrm>
          <a:off x="0" y="0"/>
          <a:ext cx="0" cy="0"/>
          <a:chOff x="0" y="0"/>
          <a:chExt cx="0" cy="0"/>
        </a:xfrm>
      </p:grpSpPr>
      <p:sp>
        <p:nvSpPr>
          <p:cNvPr id="195" name="Google Shape;19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96" name="Google Shape;196;p25"/>
          <p:cNvSpPr txBox="1"/>
          <p:nvPr>
            <p:ph idx="1" type="subTitle"/>
          </p:nvPr>
        </p:nvSpPr>
        <p:spPr>
          <a:xfrm>
            <a:off x="1275625"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7" name="Google Shape;197;p25"/>
          <p:cNvSpPr txBox="1"/>
          <p:nvPr>
            <p:ph idx="2" type="subTitle"/>
          </p:nvPr>
        </p:nvSpPr>
        <p:spPr>
          <a:xfrm>
            <a:off x="3574824"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8" name="Google Shape;198;p25"/>
          <p:cNvSpPr txBox="1"/>
          <p:nvPr>
            <p:ph idx="3" type="subTitle"/>
          </p:nvPr>
        </p:nvSpPr>
        <p:spPr>
          <a:xfrm>
            <a:off x="5874028"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9" name="Google Shape;199;p25"/>
          <p:cNvSpPr txBox="1"/>
          <p:nvPr>
            <p:ph idx="4" type="subTitle"/>
          </p:nvPr>
        </p:nvSpPr>
        <p:spPr>
          <a:xfrm>
            <a:off x="1275625"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0" name="Google Shape;200;p25"/>
          <p:cNvSpPr txBox="1"/>
          <p:nvPr>
            <p:ph idx="5" type="subTitle"/>
          </p:nvPr>
        </p:nvSpPr>
        <p:spPr>
          <a:xfrm>
            <a:off x="3574827"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1" name="Google Shape;201;p25"/>
          <p:cNvSpPr txBox="1"/>
          <p:nvPr>
            <p:ph idx="6" type="subTitle"/>
          </p:nvPr>
        </p:nvSpPr>
        <p:spPr>
          <a:xfrm>
            <a:off x="5874036"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02" name="Google Shape;202;p25"/>
          <p:cNvGrpSpPr/>
          <p:nvPr/>
        </p:nvGrpSpPr>
        <p:grpSpPr>
          <a:xfrm>
            <a:off x="-19044" y="-57650"/>
            <a:ext cx="9163039" cy="5201149"/>
            <a:chOff x="-19044" y="-57650"/>
            <a:chExt cx="9163039" cy="5201149"/>
          </a:xfrm>
        </p:grpSpPr>
        <p:sp>
          <p:nvSpPr>
            <p:cNvPr id="203" name="Google Shape;203;p25"/>
            <p:cNvSpPr/>
            <p:nvPr/>
          </p:nvSpPr>
          <p:spPr>
            <a:xfrm flipH="1">
              <a:off x="-19044" y="-57650"/>
              <a:ext cx="638170" cy="2823330"/>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 name="Google Shape;204;p25"/>
            <p:cNvGrpSpPr/>
            <p:nvPr/>
          </p:nvGrpSpPr>
          <p:grpSpPr>
            <a:xfrm>
              <a:off x="8153410" y="2434487"/>
              <a:ext cx="990586" cy="2709011"/>
              <a:chOff x="8153410" y="2434488"/>
              <a:chExt cx="990586" cy="2709011"/>
            </a:xfrm>
          </p:grpSpPr>
          <p:sp>
            <p:nvSpPr>
              <p:cNvPr id="205" name="Google Shape;205;p25"/>
              <p:cNvSpPr/>
              <p:nvPr/>
            </p:nvSpPr>
            <p:spPr>
              <a:xfrm rot="10800000">
                <a:off x="8153410" y="2505082"/>
                <a:ext cx="990586" cy="2638417"/>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p:nvPr/>
            </p:nvSpPr>
            <p:spPr>
              <a:xfrm>
                <a:off x="8630400" y="2434488"/>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7" name="Google Shape;207;p25"/>
          <p:cNvSpPr/>
          <p:nvPr/>
        </p:nvSpPr>
        <p:spPr>
          <a:xfrm>
            <a:off x="1439100" y="46134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08" name="Shape 208"/>
        <p:cNvGrpSpPr/>
        <p:nvPr/>
      </p:nvGrpSpPr>
      <p:grpSpPr>
        <a:xfrm>
          <a:off x="0" y="0"/>
          <a:ext cx="0" cy="0"/>
          <a:chOff x="0" y="0"/>
          <a:chExt cx="0" cy="0"/>
        </a:xfrm>
      </p:grpSpPr>
      <p:sp>
        <p:nvSpPr>
          <p:cNvPr id="209" name="Google Shape;209;p26"/>
          <p:cNvSpPr txBox="1"/>
          <p:nvPr>
            <p:ph type="title"/>
          </p:nvPr>
        </p:nvSpPr>
        <p:spPr>
          <a:xfrm>
            <a:off x="4044825" y="445025"/>
            <a:ext cx="43791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210" name="Google Shape;210;p26"/>
          <p:cNvSpPr txBox="1"/>
          <p:nvPr>
            <p:ph idx="1" type="subTitle"/>
          </p:nvPr>
        </p:nvSpPr>
        <p:spPr>
          <a:xfrm>
            <a:off x="4044837"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26"/>
          <p:cNvSpPr txBox="1"/>
          <p:nvPr>
            <p:ph idx="2" type="subTitle"/>
          </p:nvPr>
        </p:nvSpPr>
        <p:spPr>
          <a:xfrm>
            <a:off x="6361812"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26"/>
          <p:cNvSpPr txBox="1"/>
          <p:nvPr>
            <p:ph idx="3" type="subTitle"/>
          </p:nvPr>
        </p:nvSpPr>
        <p:spPr>
          <a:xfrm>
            <a:off x="4044837"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3" name="Google Shape;213;p26"/>
          <p:cNvSpPr txBox="1"/>
          <p:nvPr>
            <p:ph idx="4" type="subTitle"/>
          </p:nvPr>
        </p:nvSpPr>
        <p:spPr>
          <a:xfrm>
            <a:off x="6361812"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4" name="Google Shape;214;p26"/>
          <p:cNvSpPr txBox="1"/>
          <p:nvPr>
            <p:ph idx="5" type="subTitle"/>
          </p:nvPr>
        </p:nvSpPr>
        <p:spPr>
          <a:xfrm>
            <a:off x="4044825"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 name="Google Shape;215;p26"/>
          <p:cNvSpPr txBox="1"/>
          <p:nvPr>
            <p:ph idx="6" type="subTitle"/>
          </p:nvPr>
        </p:nvSpPr>
        <p:spPr>
          <a:xfrm>
            <a:off x="4044825"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6" name="Google Shape;216;p26"/>
          <p:cNvSpPr txBox="1"/>
          <p:nvPr>
            <p:ph idx="7" type="subTitle"/>
          </p:nvPr>
        </p:nvSpPr>
        <p:spPr>
          <a:xfrm>
            <a:off x="6361797"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 name="Google Shape;217;p26"/>
          <p:cNvSpPr txBox="1"/>
          <p:nvPr>
            <p:ph idx="8" type="subTitle"/>
          </p:nvPr>
        </p:nvSpPr>
        <p:spPr>
          <a:xfrm>
            <a:off x="6361797"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8" name="Google Shape;218;p26"/>
          <p:cNvSpPr/>
          <p:nvPr/>
        </p:nvSpPr>
        <p:spPr>
          <a:xfrm flipH="1">
            <a:off x="8477241" y="-639075"/>
            <a:ext cx="666759" cy="241794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6"/>
          <p:cNvSpPr/>
          <p:nvPr/>
        </p:nvSpPr>
        <p:spPr>
          <a:xfrm>
            <a:off x="7713450" y="4416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0" name="Shape 220"/>
        <p:cNvGrpSpPr/>
        <p:nvPr/>
      </p:nvGrpSpPr>
      <p:grpSpPr>
        <a:xfrm>
          <a:off x="0" y="0"/>
          <a:ext cx="0" cy="0"/>
          <a:chOff x="0" y="0"/>
          <a:chExt cx="0" cy="0"/>
        </a:xfrm>
      </p:grpSpPr>
      <p:sp>
        <p:nvSpPr>
          <p:cNvPr id="221" name="Google Shape;221;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222" name="Google Shape;222;p27"/>
          <p:cNvSpPr txBox="1"/>
          <p:nvPr>
            <p:ph idx="1" type="subTitle"/>
          </p:nvPr>
        </p:nvSpPr>
        <p:spPr>
          <a:xfrm>
            <a:off x="10713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3" name="Google Shape;223;p27"/>
          <p:cNvSpPr txBox="1"/>
          <p:nvPr>
            <p:ph idx="2" type="subTitle"/>
          </p:nvPr>
        </p:nvSpPr>
        <p:spPr>
          <a:xfrm>
            <a:off x="35829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4" name="Google Shape;224;p27"/>
          <p:cNvSpPr txBox="1"/>
          <p:nvPr>
            <p:ph idx="3" type="subTitle"/>
          </p:nvPr>
        </p:nvSpPr>
        <p:spPr>
          <a:xfrm>
            <a:off x="10713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5" name="Google Shape;225;p27"/>
          <p:cNvSpPr txBox="1"/>
          <p:nvPr>
            <p:ph idx="4" type="subTitle"/>
          </p:nvPr>
        </p:nvSpPr>
        <p:spPr>
          <a:xfrm>
            <a:off x="35829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6" name="Google Shape;226;p27"/>
          <p:cNvSpPr txBox="1"/>
          <p:nvPr>
            <p:ph idx="5" type="subTitle"/>
          </p:nvPr>
        </p:nvSpPr>
        <p:spPr>
          <a:xfrm>
            <a:off x="60945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 name="Google Shape;227;p27"/>
          <p:cNvSpPr txBox="1"/>
          <p:nvPr>
            <p:ph idx="6" type="subTitle"/>
          </p:nvPr>
        </p:nvSpPr>
        <p:spPr>
          <a:xfrm>
            <a:off x="60945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8" name="Google Shape;228;p27"/>
          <p:cNvSpPr txBox="1"/>
          <p:nvPr>
            <p:ph idx="7" type="subTitle"/>
          </p:nvPr>
        </p:nvSpPr>
        <p:spPr>
          <a:xfrm>
            <a:off x="1071302"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7"/>
          <p:cNvSpPr txBox="1"/>
          <p:nvPr>
            <p:ph idx="8" type="subTitle"/>
          </p:nvPr>
        </p:nvSpPr>
        <p:spPr>
          <a:xfrm>
            <a:off x="3582900"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0" name="Google Shape;230;p27"/>
          <p:cNvSpPr txBox="1"/>
          <p:nvPr>
            <p:ph idx="9" type="subTitle"/>
          </p:nvPr>
        </p:nvSpPr>
        <p:spPr>
          <a:xfrm>
            <a:off x="6094498"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1" name="Google Shape;231;p27"/>
          <p:cNvSpPr txBox="1"/>
          <p:nvPr>
            <p:ph idx="13" type="subTitle"/>
          </p:nvPr>
        </p:nvSpPr>
        <p:spPr>
          <a:xfrm>
            <a:off x="1071302"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2" name="Google Shape;232;p27"/>
          <p:cNvSpPr txBox="1"/>
          <p:nvPr>
            <p:ph idx="14" type="subTitle"/>
          </p:nvPr>
        </p:nvSpPr>
        <p:spPr>
          <a:xfrm>
            <a:off x="3582900"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3" name="Google Shape;233;p27"/>
          <p:cNvSpPr txBox="1"/>
          <p:nvPr>
            <p:ph idx="15" type="subTitle"/>
          </p:nvPr>
        </p:nvSpPr>
        <p:spPr>
          <a:xfrm>
            <a:off x="6094498"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4" name="Google Shape;234;p27"/>
          <p:cNvGrpSpPr/>
          <p:nvPr/>
        </p:nvGrpSpPr>
        <p:grpSpPr>
          <a:xfrm>
            <a:off x="5" y="581486"/>
            <a:ext cx="9143995" cy="4562014"/>
            <a:chOff x="5" y="581486"/>
            <a:chExt cx="9143995" cy="4562014"/>
          </a:xfrm>
        </p:grpSpPr>
        <p:sp>
          <p:nvSpPr>
            <p:cNvPr id="235" name="Google Shape;235;p27"/>
            <p:cNvSpPr/>
            <p:nvPr/>
          </p:nvSpPr>
          <p:spPr>
            <a:xfrm rot="5400000">
              <a:off x="-1328759" y="1910250"/>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p:nvPr/>
          </p:nvSpPr>
          <p:spPr>
            <a:xfrm>
              <a:off x="222725" y="16776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flipH="1" rot="5400000">
              <a:off x="8000980" y="4000480"/>
              <a:ext cx="1247803" cy="10382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27"/>
          <p:cNvSpPr/>
          <p:nvPr/>
        </p:nvSpPr>
        <p:spPr>
          <a:xfrm>
            <a:off x="8430775" y="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39" name="Shape 239"/>
        <p:cNvGrpSpPr/>
        <p:nvPr/>
      </p:nvGrpSpPr>
      <p:grpSpPr>
        <a:xfrm>
          <a:off x="0" y="0"/>
          <a:ext cx="0" cy="0"/>
          <a:chOff x="0" y="0"/>
          <a:chExt cx="0" cy="0"/>
        </a:xfrm>
      </p:grpSpPr>
      <p:sp>
        <p:nvSpPr>
          <p:cNvPr id="240" name="Google Shape;240;p28"/>
          <p:cNvSpPr txBox="1"/>
          <p:nvPr>
            <p:ph hasCustomPrompt="1" type="title"/>
          </p:nvPr>
        </p:nvSpPr>
        <p:spPr>
          <a:xfrm>
            <a:off x="713225" y="638350"/>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1" name="Google Shape;241;p28"/>
          <p:cNvSpPr txBox="1"/>
          <p:nvPr>
            <p:ph idx="1" type="subTitle"/>
          </p:nvPr>
        </p:nvSpPr>
        <p:spPr>
          <a:xfrm>
            <a:off x="713225" y="1311342"/>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42" name="Google Shape;242;p28"/>
          <p:cNvSpPr txBox="1"/>
          <p:nvPr>
            <p:ph hasCustomPrompt="1" idx="2" type="title"/>
          </p:nvPr>
        </p:nvSpPr>
        <p:spPr>
          <a:xfrm>
            <a:off x="713225" y="2037962"/>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3" name="Google Shape;243;p28"/>
          <p:cNvSpPr txBox="1"/>
          <p:nvPr>
            <p:ph idx="3" type="subTitle"/>
          </p:nvPr>
        </p:nvSpPr>
        <p:spPr>
          <a:xfrm>
            <a:off x="713225" y="2710975"/>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44" name="Google Shape;244;p28"/>
          <p:cNvSpPr txBox="1"/>
          <p:nvPr>
            <p:ph hasCustomPrompt="1" idx="4" type="title"/>
          </p:nvPr>
        </p:nvSpPr>
        <p:spPr>
          <a:xfrm>
            <a:off x="713225" y="3437549"/>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5" name="Google Shape;245;p28"/>
          <p:cNvSpPr txBox="1"/>
          <p:nvPr>
            <p:ph idx="5" type="subTitle"/>
          </p:nvPr>
        </p:nvSpPr>
        <p:spPr>
          <a:xfrm>
            <a:off x="713225" y="4110573"/>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46" name="Google Shape;246;p28"/>
          <p:cNvSpPr/>
          <p:nvPr/>
        </p:nvSpPr>
        <p:spPr>
          <a:xfrm>
            <a:off x="-1544750" y="4189050"/>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8"/>
          <p:cNvSpPr/>
          <p:nvPr/>
        </p:nvSpPr>
        <p:spPr>
          <a:xfrm rot="6017970">
            <a:off x="-3094814" y="-661552"/>
            <a:ext cx="3922591" cy="3368691"/>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48" name="Shape 248"/>
        <p:cNvGrpSpPr/>
        <p:nvPr/>
      </p:nvGrpSpPr>
      <p:grpSpPr>
        <a:xfrm>
          <a:off x="0" y="0"/>
          <a:ext cx="0" cy="0"/>
          <a:chOff x="0" y="0"/>
          <a:chExt cx="0" cy="0"/>
        </a:xfrm>
      </p:grpSpPr>
      <p:sp>
        <p:nvSpPr>
          <p:cNvPr id="249" name="Google Shape;249;p29"/>
          <p:cNvSpPr txBox="1"/>
          <p:nvPr>
            <p:ph hasCustomPrompt="1" type="title"/>
          </p:nvPr>
        </p:nvSpPr>
        <p:spPr>
          <a:xfrm>
            <a:off x="2001750" y="2878014"/>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50" name="Google Shape;250;p29"/>
          <p:cNvSpPr txBox="1"/>
          <p:nvPr>
            <p:ph idx="1" type="subTitle"/>
          </p:nvPr>
        </p:nvSpPr>
        <p:spPr>
          <a:xfrm>
            <a:off x="4697687" y="149158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51" name="Google Shape;251;p29"/>
          <p:cNvSpPr txBox="1"/>
          <p:nvPr>
            <p:ph idx="2" type="subTitle"/>
          </p:nvPr>
        </p:nvSpPr>
        <p:spPr>
          <a:xfrm>
            <a:off x="4697687" y="116832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252" name="Google Shape;252;p29"/>
          <p:cNvSpPr txBox="1"/>
          <p:nvPr>
            <p:ph hasCustomPrompt="1" idx="3" type="title"/>
          </p:nvPr>
        </p:nvSpPr>
        <p:spPr>
          <a:xfrm>
            <a:off x="2002338" y="1648846"/>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53" name="Google Shape;253;p29"/>
          <p:cNvSpPr txBox="1"/>
          <p:nvPr>
            <p:ph idx="4" type="subTitle"/>
          </p:nvPr>
        </p:nvSpPr>
        <p:spPr>
          <a:xfrm>
            <a:off x="4697685" y="2729830"/>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54" name="Google Shape;254;p29"/>
          <p:cNvSpPr txBox="1"/>
          <p:nvPr>
            <p:ph idx="5" type="subTitle"/>
          </p:nvPr>
        </p:nvSpPr>
        <p:spPr>
          <a:xfrm>
            <a:off x="4697681" y="2406570"/>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255" name="Google Shape;255;p29"/>
          <p:cNvSpPr txBox="1"/>
          <p:nvPr>
            <p:ph hasCustomPrompt="1" idx="6" type="title"/>
          </p:nvPr>
        </p:nvSpPr>
        <p:spPr>
          <a:xfrm>
            <a:off x="2002350" y="4113728"/>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56" name="Google Shape;256;p29"/>
          <p:cNvSpPr txBox="1"/>
          <p:nvPr>
            <p:ph idx="7" type="subTitle"/>
          </p:nvPr>
        </p:nvSpPr>
        <p:spPr>
          <a:xfrm>
            <a:off x="4697683" y="396807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57" name="Google Shape;257;p29"/>
          <p:cNvSpPr txBox="1"/>
          <p:nvPr>
            <p:ph idx="8" type="subTitle"/>
          </p:nvPr>
        </p:nvSpPr>
        <p:spPr>
          <a:xfrm>
            <a:off x="4697675" y="364481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258" name="Google Shape;258;p29"/>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259" name="Google Shape;259;p29"/>
          <p:cNvGrpSpPr/>
          <p:nvPr/>
        </p:nvGrpSpPr>
        <p:grpSpPr>
          <a:xfrm>
            <a:off x="-9525" y="11"/>
            <a:ext cx="9163050" cy="5153037"/>
            <a:chOff x="-9525" y="11"/>
            <a:chExt cx="9163050" cy="5153037"/>
          </a:xfrm>
        </p:grpSpPr>
        <p:grpSp>
          <p:nvGrpSpPr>
            <p:cNvPr id="260" name="Google Shape;260;p29"/>
            <p:cNvGrpSpPr/>
            <p:nvPr/>
          </p:nvGrpSpPr>
          <p:grpSpPr>
            <a:xfrm>
              <a:off x="-9525" y="2709275"/>
              <a:ext cx="1558778" cy="2443773"/>
              <a:chOff x="-9525" y="2709275"/>
              <a:chExt cx="1558778" cy="2443773"/>
            </a:xfrm>
          </p:grpSpPr>
          <p:sp>
            <p:nvSpPr>
              <p:cNvPr id="261" name="Google Shape;261;p29"/>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9"/>
              <p:cNvSpPr/>
              <p:nvPr/>
            </p:nvSpPr>
            <p:spPr>
              <a:xfrm>
                <a:off x="153150" y="27092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 name="Google Shape;263;p29"/>
            <p:cNvSpPr/>
            <p:nvPr/>
          </p:nvSpPr>
          <p:spPr>
            <a:xfrm flipH="1" rot="-5400000">
              <a:off x="7339961" y="13287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29"/>
          <p:cNvSpPr/>
          <p:nvPr/>
        </p:nvSpPr>
        <p:spPr>
          <a:xfrm>
            <a:off x="8230425" y="411372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5" name="Shape 265"/>
        <p:cNvGrpSpPr/>
        <p:nvPr/>
      </p:nvGrpSpPr>
      <p:grpSpPr>
        <a:xfrm>
          <a:off x="0" y="0"/>
          <a:ext cx="0" cy="0"/>
          <a:chOff x="0" y="0"/>
          <a:chExt cx="0" cy="0"/>
        </a:xfrm>
      </p:grpSpPr>
      <p:sp>
        <p:nvSpPr>
          <p:cNvPr id="266" name="Google Shape;266;p30"/>
          <p:cNvSpPr txBox="1"/>
          <p:nvPr>
            <p:ph type="title"/>
          </p:nvPr>
        </p:nvSpPr>
        <p:spPr>
          <a:xfrm>
            <a:off x="3971525" y="694000"/>
            <a:ext cx="4459500" cy="910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267" name="Google Shape;267;p30"/>
          <p:cNvSpPr txBox="1"/>
          <p:nvPr>
            <p:ph idx="1" type="subTitle"/>
          </p:nvPr>
        </p:nvSpPr>
        <p:spPr>
          <a:xfrm>
            <a:off x="3971525" y="1694148"/>
            <a:ext cx="4459500" cy="1203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8" name="Google Shape;268;p30"/>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0"/>
          <p:cNvSpPr/>
          <p:nvPr/>
        </p:nvSpPr>
        <p:spPr>
          <a:xfrm rot="-4279404">
            <a:off x="4085679" y="-2957230"/>
            <a:ext cx="3922572" cy="3368674"/>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30"/>
          <p:cNvGrpSpPr/>
          <p:nvPr/>
        </p:nvGrpSpPr>
        <p:grpSpPr>
          <a:xfrm rot="-2700000">
            <a:off x="8327828" y="3887114"/>
            <a:ext cx="1454433" cy="1280500"/>
            <a:chOff x="5917100" y="2092158"/>
            <a:chExt cx="1102175" cy="970367"/>
          </a:xfrm>
        </p:grpSpPr>
        <p:sp>
          <p:nvSpPr>
            <p:cNvPr id="271" name="Google Shape;271;p30"/>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0"/>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0"/>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 name="Google Shape;277;p30"/>
          <p:cNvSpPr txBox="1"/>
          <p:nvPr/>
        </p:nvSpPr>
        <p:spPr>
          <a:xfrm>
            <a:off x="3971525" y="3758375"/>
            <a:ext cx="4459500" cy="2922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None/>
            </a:pPr>
            <a:r>
              <a:rPr lang="en" sz="1000">
                <a:solidFill>
                  <a:schemeClr val="dk1"/>
                </a:solidFill>
                <a:latin typeface="Be Vietnam Pro"/>
                <a:ea typeface="Be Vietnam Pro"/>
                <a:cs typeface="Be Vietnam Pro"/>
                <a:sym typeface="Be Vietnam Pro"/>
              </a:rPr>
              <a:t>CREDITS: This presentation template was created by </a:t>
            </a:r>
            <a:r>
              <a:rPr b="1" lang="en" sz="1000" u="sng">
                <a:solidFill>
                  <a:schemeClr val="dk1"/>
                </a:solidFill>
                <a:latin typeface="Be Vietnam Pro"/>
                <a:ea typeface="Be Vietnam Pro"/>
                <a:cs typeface="Be Vietnam Pro"/>
                <a:sym typeface="Be Vietnam Pro"/>
                <a:hlinkClick r:id="rId2">
                  <a:extLst>
                    <a:ext uri="{A12FA001-AC4F-418D-AE19-62706E023703}">
                      <ahyp:hlinkClr val="tx"/>
                    </a:ext>
                  </a:extLst>
                </a:hlinkClick>
              </a:rPr>
              <a:t>Slidesgo</a:t>
            </a:r>
            <a:r>
              <a:rPr lang="en" sz="1000">
                <a:solidFill>
                  <a:schemeClr val="dk1"/>
                </a:solidFill>
                <a:latin typeface="Be Vietnam Pro"/>
                <a:ea typeface="Be Vietnam Pro"/>
                <a:cs typeface="Be Vietnam Pro"/>
                <a:sym typeface="Be Vietnam Pro"/>
              </a:rPr>
              <a:t>, and includes icons by </a:t>
            </a:r>
            <a:r>
              <a:rPr b="1" lang="en" sz="1000" u="sng">
                <a:solidFill>
                  <a:schemeClr val="dk1"/>
                </a:solidFill>
                <a:latin typeface="Be Vietnam Pro"/>
                <a:ea typeface="Be Vietnam Pro"/>
                <a:cs typeface="Be Vietnam Pro"/>
                <a:sym typeface="Be Vietnam Pro"/>
                <a:hlinkClick r:id="rId3">
                  <a:extLst>
                    <a:ext uri="{A12FA001-AC4F-418D-AE19-62706E023703}">
                      <ahyp:hlinkClr val="tx"/>
                    </a:ext>
                  </a:extLst>
                </a:hlinkClick>
              </a:rPr>
              <a:t>Flaticon</a:t>
            </a:r>
            <a:r>
              <a:rPr lang="en" sz="1000">
                <a:solidFill>
                  <a:schemeClr val="dk1"/>
                </a:solidFill>
                <a:latin typeface="Be Vietnam Pro"/>
                <a:ea typeface="Be Vietnam Pro"/>
                <a:cs typeface="Be Vietnam Pro"/>
                <a:sym typeface="Be Vietnam Pro"/>
              </a:rPr>
              <a:t> and infographics &amp; images by </a:t>
            </a:r>
            <a:r>
              <a:rPr b="1" lang="en" sz="1000" u="sng">
                <a:solidFill>
                  <a:schemeClr val="dk1"/>
                </a:solidFill>
                <a:latin typeface="Be Vietnam Pro"/>
                <a:ea typeface="Be Vietnam Pro"/>
                <a:cs typeface="Be Vietnam Pro"/>
                <a:sym typeface="Be Vietnam Pro"/>
                <a:hlinkClick r:id="rId4">
                  <a:extLst>
                    <a:ext uri="{A12FA001-AC4F-418D-AE19-62706E023703}">
                      <ahyp:hlinkClr val="tx"/>
                    </a:ext>
                  </a:extLst>
                </a:hlinkClick>
              </a:rPr>
              <a:t>Freepik</a:t>
            </a:r>
            <a:endParaRPr b="1" sz="1000" u="sng">
              <a:solidFill>
                <a:schemeClr val="dk1"/>
              </a:solidFill>
              <a:latin typeface="Be Vietnam Pro"/>
              <a:ea typeface="Be Vietnam Pro"/>
              <a:cs typeface="Be Vietnam Pro"/>
              <a:sym typeface="Be Vietnam Pr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8" name="Shape 278"/>
        <p:cNvGrpSpPr/>
        <p:nvPr/>
      </p:nvGrpSpPr>
      <p:grpSpPr>
        <a:xfrm>
          <a:off x="0" y="0"/>
          <a:ext cx="0" cy="0"/>
          <a:chOff x="0" y="0"/>
          <a:chExt cx="0" cy="0"/>
        </a:xfrm>
      </p:grpSpPr>
      <p:grpSp>
        <p:nvGrpSpPr>
          <p:cNvPr id="279" name="Google Shape;279;p31"/>
          <p:cNvGrpSpPr/>
          <p:nvPr/>
        </p:nvGrpSpPr>
        <p:grpSpPr>
          <a:xfrm rot="-3841284">
            <a:off x="31098" y="3763536"/>
            <a:ext cx="1454351" cy="1280427"/>
            <a:chOff x="5917100" y="2092158"/>
            <a:chExt cx="1102175" cy="970367"/>
          </a:xfrm>
        </p:grpSpPr>
        <p:sp>
          <p:nvSpPr>
            <p:cNvPr id="280" name="Google Shape;280;p31"/>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1"/>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1"/>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1"/>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1"/>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 name="Google Shape;286;p31"/>
          <p:cNvGrpSpPr/>
          <p:nvPr/>
        </p:nvGrpSpPr>
        <p:grpSpPr>
          <a:xfrm>
            <a:off x="-76205" y="-76198"/>
            <a:ext cx="1818296" cy="2255930"/>
            <a:chOff x="-76205" y="-76198"/>
            <a:chExt cx="1818296" cy="2255930"/>
          </a:xfrm>
        </p:grpSpPr>
        <p:sp>
          <p:nvSpPr>
            <p:cNvPr id="287" name="Google Shape;287;p31"/>
            <p:cNvSpPr/>
            <p:nvPr/>
          </p:nvSpPr>
          <p:spPr>
            <a:xfrm>
              <a:off x="-76205" y="-76198"/>
              <a:ext cx="1818296" cy="2255930"/>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1"/>
            <p:cNvSpPr/>
            <p:nvPr/>
          </p:nvSpPr>
          <p:spPr>
            <a:xfrm>
              <a:off x="463125" y="17061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9" name="Shape 289"/>
        <p:cNvGrpSpPr/>
        <p:nvPr/>
      </p:nvGrpSpPr>
      <p:grpSpPr>
        <a:xfrm>
          <a:off x="0" y="0"/>
          <a:ext cx="0" cy="0"/>
          <a:chOff x="0" y="0"/>
          <a:chExt cx="0" cy="0"/>
        </a:xfrm>
      </p:grpSpPr>
      <p:sp>
        <p:nvSpPr>
          <p:cNvPr id="290" name="Google Shape;290;p32"/>
          <p:cNvSpPr/>
          <p:nvPr/>
        </p:nvSpPr>
        <p:spPr>
          <a:xfrm>
            <a:off x="8075500" y="31523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a:off x="6534975" y="3273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292" name="Shape 292"/>
        <p:cNvGrpSpPr/>
        <p:nvPr/>
      </p:nvGrpSpPr>
      <p:grpSpPr>
        <a:xfrm>
          <a:off x="0" y="0"/>
          <a:ext cx="0" cy="0"/>
          <a:chOff x="0" y="0"/>
          <a:chExt cx="0" cy="0"/>
        </a:xfrm>
      </p:grpSpPr>
      <p:grpSp>
        <p:nvGrpSpPr>
          <p:cNvPr id="293" name="Google Shape;293;p33"/>
          <p:cNvGrpSpPr/>
          <p:nvPr/>
        </p:nvGrpSpPr>
        <p:grpSpPr>
          <a:xfrm>
            <a:off x="2794889" y="-133343"/>
            <a:ext cx="3554222" cy="1347930"/>
            <a:chOff x="2472250" y="-133343"/>
            <a:chExt cx="3554222" cy="1347930"/>
          </a:xfrm>
        </p:grpSpPr>
        <p:sp>
          <p:nvSpPr>
            <p:cNvPr id="294" name="Google Shape;294;p33"/>
            <p:cNvSpPr/>
            <p:nvPr/>
          </p:nvSpPr>
          <p:spPr>
            <a:xfrm>
              <a:off x="2472250" y="-133343"/>
              <a:ext cx="3554222" cy="1170202"/>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a:off x="3429750" y="818888"/>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9" name="Shape 299"/>
        <p:cNvGrpSpPr/>
        <p:nvPr/>
      </p:nvGrpSpPr>
      <p:grpSpPr>
        <a:xfrm>
          <a:off x="0" y="0"/>
          <a:ext cx="0" cy="0"/>
          <a:chOff x="0" y="0"/>
          <a:chExt cx="0" cy="0"/>
        </a:xfrm>
      </p:grpSpPr>
      <p:sp>
        <p:nvSpPr>
          <p:cNvPr id="300" name="Google Shape;300;p35"/>
          <p:cNvSpPr txBox="1"/>
          <p:nvPr>
            <p:ph type="ctrTitle"/>
          </p:nvPr>
        </p:nvSpPr>
        <p:spPr>
          <a:xfrm>
            <a:off x="713225" y="1508475"/>
            <a:ext cx="4113900" cy="1610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01" name="Google Shape;301;p35"/>
          <p:cNvSpPr txBox="1"/>
          <p:nvPr>
            <p:ph idx="1" type="subTitle"/>
          </p:nvPr>
        </p:nvSpPr>
        <p:spPr>
          <a:xfrm>
            <a:off x="713225" y="3159225"/>
            <a:ext cx="41139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02" name="Google Shape;302;p35"/>
          <p:cNvGrpSpPr/>
          <p:nvPr/>
        </p:nvGrpSpPr>
        <p:grpSpPr>
          <a:xfrm rot="1586796">
            <a:off x="-13996" y="143600"/>
            <a:ext cx="1454426" cy="1280493"/>
            <a:chOff x="5917100" y="2092158"/>
            <a:chExt cx="1102175" cy="970367"/>
          </a:xfrm>
        </p:grpSpPr>
        <p:sp>
          <p:nvSpPr>
            <p:cNvPr id="303" name="Google Shape;303;p35"/>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5"/>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5"/>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5"/>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5"/>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5"/>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35"/>
          <p:cNvGrpSpPr/>
          <p:nvPr/>
        </p:nvGrpSpPr>
        <p:grpSpPr>
          <a:xfrm>
            <a:off x="0" y="2687325"/>
            <a:ext cx="1558778" cy="2456198"/>
            <a:chOff x="0" y="2687325"/>
            <a:chExt cx="1558778" cy="2456198"/>
          </a:xfrm>
        </p:grpSpPr>
        <p:sp>
          <p:nvSpPr>
            <p:cNvPr id="310" name="Google Shape;310;p35"/>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5"/>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35"/>
          <p:cNvSpPr/>
          <p:nvPr/>
        </p:nvSpPr>
        <p:spPr>
          <a:xfrm>
            <a:off x="-446850" y="42641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3" name="Shape 313"/>
        <p:cNvGrpSpPr/>
        <p:nvPr/>
      </p:nvGrpSpPr>
      <p:grpSpPr>
        <a:xfrm>
          <a:off x="0" y="0"/>
          <a:ext cx="0" cy="0"/>
          <a:chOff x="0" y="0"/>
          <a:chExt cx="0" cy="0"/>
        </a:xfrm>
      </p:grpSpPr>
      <p:sp>
        <p:nvSpPr>
          <p:cNvPr id="314" name="Google Shape;314;p36"/>
          <p:cNvSpPr txBox="1"/>
          <p:nvPr>
            <p:ph type="title"/>
          </p:nvPr>
        </p:nvSpPr>
        <p:spPr>
          <a:xfrm>
            <a:off x="3821325" y="2423475"/>
            <a:ext cx="4609500" cy="7926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5" name="Google Shape;315;p36"/>
          <p:cNvSpPr txBox="1"/>
          <p:nvPr>
            <p:ph hasCustomPrompt="1" idx="2" type="title"/>
          </p:nvPr>
        </p:nvSpPr>
        <p:spPr>
          <a:xfrm>
            <a:off x="7276975" y="1482534"/>
            <a:ext cx="11538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16" name="Google Shape;316;p36"/>
          <p:cNvSpPr txBox="1"/>
          <p:nvPr>
            <p:ph idx="1" type="subTitle"/>
          </p:nvPr>
        </p:nvSpPr>
        <p:spPr>
          <a:xfrm>
            <a:off x="3821325" y="3214526"/>
            <a:ext cx="46095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17" name="Google Shape;317;p36"/>
          <p:cNvGrpSpPr/>
          <p:nvPr/>
        </p:nvGrpSpPr>
        <p:grpSpPr>
          <a:xfrm>
            <a:off x="7891425" y="1"/>
            <a:ext cx="1252576" cy="1567250"/>
            <a:chOff x="7891425" y="1"/>
            <a:chExt cx="1252576" cy="1567250"/>
          </a:xfrm>
        </p:grpSpPr>
        <p:sp>
          <p:nvSpPr>
            <p:cNvPr id="318" name="Google Shape;318;p36"/>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6"/>
            <p:cNvSpPr/>
            <p:nvPr/>
          </p:nvSpPr>
          <p:spPr>
            <a:xfrm>
              <a:off x="7891425" y="193450"/>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0" name="Shape 320"/>
        <p:cNvGrpSpPr/>
        <p:nvPr/>
      </p:nvGrpSpPr>
      <p:grpSpPr>
        <a:xfrm>
          <a:off x="0" y="0"/>
          <a:ext cx="0" cy="0"/>
          <a:chOff x="0" y="0"/>
          <a:chExt cx="0" cy="0"/>
        </a:xfrm>
      </p:grpSpPr>
      <p:sp>
        <p:nvSpPr>
          <p:cNvPr id="321" name="Google Shape;32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22" name="Google Shape;322;p37"/>
          <p:cNvSpPr txBox="1"/>
          <p:nvPr>
            <p:ph idx="1" type="body"/>
          </p:nvPr>
        </p:nvSpPr>
        <p:spPr>
          <a:xfrm>
            <a:off x="720000" y="1187475"/>
            <a:ext cx="2770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323" name="Google Shape;323;p37"/>
          <p:cNvSpPr/>
          <p:nvPr/>
        </p:nvSpPr>
        <p:spPr>
          <a:xfrm flipH="1">
            <a:off x="8430773" y="2945775"/>
            <a:ext cx="789426" cy="235733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4" name="Google Shape;324;p37"/>
          <p:cNvGrpSpPr/>
          <p:nvPr/>
        </p:nvGrpSpPr>
        <p:grpSpPr>
          <a:xfrm>
            <a:off x="-6" y="-57775"/>
            <a:ext cx="1343051" cy="2012425"/>
            <a:chOff x="-6" y="-57775"/>
            <a:chExt cx="1343051" cy="2012425"/>
          </a:xfrm>
        </p:grpSpPr>
        <p:sp>
          <p:nvSpPr>
            <p:cNvPr id="325" name="Google Shape;325;p37"/>
            <p:cNvSpPr/>
            <p:nvPr/>
          </p:nvSpPr>
          <p:spPr>
            <a:xfrm>
              <a:off x="-6" y="-57775"/>
              <a:ext cx="1343051" cy="1858013"/>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7"/>
            <p:cNvSpPr/>
            <p:nvPr/>
          </p:nvSpPr>
          <p:spPr>
            <a:xfrm>
              <a:off x="163600" y="1558950"/>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37"/>
          <p:cNvSpPr/>
          <p:nvPr/>
        </p:nvSpPr>
        <p:spPr>
          <a:xfrm>
            <a:off x="1429575" y="46040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8" name="Shape 328"/>
        <p:cNvGrpSpPr/>
        <p:nvPr/>
      </p:nvGrpSpPr>
      <p:grpSpPr>
        <a:xfrm>
          <a:off x="0" y="0"/>
          <a:ext cx="0" cy="0"/>
          <a:chOff x="0" y="0"/>
          <a:chExt cx="0" cy="0"/>
        </a:xfrm>
      </p:grpSpPr>
      <p:sp>
        <p:nvSpPr>
          <p:cNvPr id="329" name="Google Shape;329;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30" name="Google Shape;330;p38"/>
          <p:cNvSpPr txBox="1"/>
          <p:nvPr>
            <p:ph idx="1" type="subTitle"/>
          </p:nvPr>
        </p:nvSpPr>
        <p:spPr>
          <a:xfrm>
            <a:off x="5055280"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1" name="Google Shape;331;p38"/>
          <p:cNvSpPr txBox="1"/>
          <p:nvPr>
            <p:ph idx="2" type="subTitle"/>
          </p:nvPr>
        </p:nvSpPr>
        <p:spPr>
          <a:xfrm>
            <a:off x="1583188"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2" name="Google Shape;332;p38"/>
          <p:cNvSpPr txBox="1"/>
          <p:nvPr>
            <p:ph idx="3" type="subTitle"/>
          </p:nvPr>
        </p:nvSpPr>
        <p:spPr>
          <a:xfrm>
            <a:off x="5055280"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33" name="Google Shape;333;p38"/>
          <p:cNvSpPr txBox="1"/>
          <p:nvPr>
            <p:ph idx="4" type="subTitle"/>
          </p:nvPr>
        </p:nvSpPr>
        <p:spPr>
          <a:xfrm>
            <a:off x="1583188"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334" name="Google Shape;334;p38"/>
          <p:cNvGrpSpPr/>
          <p:nvPr/>
        </p:nvGrpSpPr>
        <p:grpSpPr>
          <a:xfrm flipH="1" rot="4252875">
            <a:off x="-462158" y="3843033"/>
            <a:ext cx="1454415" cy="1280483"/>
            <a:chOff x="5917100" y="2092158"/>
            <a:chExt cx="1102175" cy="970367"/>
          </a:xfrm>
        </p:grpSpPr>
        <p:sp>
          <p:nvSpPr>
            <p:cNvPr id="335" name="Google Shape;335;p38"/>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8"/>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8"/>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8"/>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8"/>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8"/>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 name="Google Shape;341;p38"/>
          <p:cNvSpPr/>
          <p:nvPr/>
        </p:nvSpPr>
        <p:spPr>
          <a:xfrm>
            <a:off x="7925625" y="-148520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38"/>
          <p:cNvGrpSpPr/>
          <p:nvPr/>
        </p:nvGrpSpPr>
        <p:grpSpPr>
          <a:xfrm>
            <a:off x="0" y="0"/>
            <a:ext cx="9220200" cy="5219696"/>
            <a:chOff x="0" y="0"/>
            <a:chExt cx="9220200" cy="5219696"/>
          </a:xfrm>
        </p:grpSpPr>
        <p:grpSp>
          <p:nvGrpSpPr>
            <p:cNvPr id="343" name="Google Shape;343;p38"/>
            <p:cNvGrpSpPr/>
            <p:nvPr/>
          </p:nvGrpSpPr>
          <p:grpSpPr>
            <a:xfrm>
              <a:off x="0" y="0"/>
              <a:ext cx="1558778" cy="2416275"/>
              <a:chOff x="0" y="0"/>
              <a:chExt cx="1558778" cy="2416275"/>
            </a:xfrm>
          </p:grpSpPr>
          <p:sp>
            <p:nvSpPr>
              <p:cNvPr id="344" name="Google Shape;344;p38"/>
              <p:cNvSpPr/>
              <p:nvPr/>
            </p:nvSpPr>
            <p:spPr>
              <a:xfrm flipH="1" rot="10800000">
                <a:off x="0" y="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8"/>
              <p:cNvSpPr/>
              <p:nvPr/>
            </p:nvSpPr>
            <p:spPr>
              <a:xfrm>
                <a:off x="67425" y="202057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38"/>
            <p:cNvSpPr/>
            <p:nvPr/>
          </p:nvSpPr>
          <p:spPr>
            <a:xfrm rot="10800000">
              <a:off x="7762898" y="2695559"/>
              <a:ext cx="1457301" cy="25241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7" name="Shape 347"/>
        <p:cNvGrpSpPr/>
        <p:nvPr/>
      </p:nvGrpSpPr>
      <p:grpSpPr>
        <a:xfrm>
          <a:off x="0" y="0"/>
          <a:ext cx="0" cy="0"/>
          <a:chOff x="0" y="0"/>
          <a:chExt cx="0" cy="0"/>
        </a:xfrm>
      </p:grpSpPr>
      <p:sp>
        <p:nvSpPr>
          <p:cNvPr id="348" name="Google Shape;348;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49" name="Google Shape;349;p39"/>
          <p:cNvGrpSpPr/>
          <p:nvPr/>
        </p:nvGrpSpPr>
        <p:grpSpPr>
          <a:xfrm>
            <a:off x="2" y="1"/>
            <a:ext cx="9191623" cy="4895872"/>
            <a:chOff x="2" y="1"/>
            <a:chExt cx="9191623" cy="4895872"/>
          </a:xfrm>
        </p:grpSpPr>
        <p:grpSp>
          <p:nvGrpSpPr>
            <p:cNvPr id="350" name="Google Shape;350;p39"/>
            <p:cNvGrpSpPr/>
            <p:nvPr/>
          </p:nvGrpSpPr>
          <p:grpSpPr>
            <a:xfrm>
              <a:off x="2" y="1"/>
              <a:ext cx="9191623" cy="4895872"/>
              <a:chOff x="2" y="1"/>
              <a:chExt cx="9191623" cy="4895872"/>
            </a:xfrm>
          </p:grpSpPr>
          <p:sp>
            <p:nvSpPr>
              <p:cNvPr id="351" name="Google Shape;351;p39"/>
              <p:cNvSpPr/>
              <p:nvPr/>
            </p:nvSpPr>
            <p:spPr>
              <a:xfrm flipH="1">
                <a:off x="8543928" y="1904100"/>
                <a:ext cx="647697" cy="2991773"/>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9"/>
              <p:cNvSpPr/>
              <p:nvPr/>
            </p:nvSpPr>
            <p:spPr>
              <a:xfrm flipH="1">
                <a:off x="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39"/>
            <p:cNvSpPr/>
            <p:nvPr/>
          </p:nvSpPr>
          <p:spPr>
            <a:xfrm>
              <a:off x="8669925" y="200175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39"/>
          <p:cNvSpPr/>
          <p:nvPr/>
        </p:nvSpPr>
        <p:spPr>
          <a:xfrm rot="7432487">
            <a:off x="1805773" y="4662469"/>
            <a:ext cx="3922632" cy="336872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5" name="Shape 355"/>
        <p:cNvGrpSpPr/>
        <p:nvPr/>
      </p:nvGrpSpPr>
      <p:grpSpPr>
        <a:xfrm>
          <a:off x="0" y="0"/>
          <a:ext cx="0" cy="0"/>
          <a:chOff x="0" y="0"/>
          <a:chExt cx="0" cy="0"/>
        </a:xfrm>
      </p:grpSpPr>
      <p:sp>
        <p:nvSpPr>
          <p:cNvPr id="356" name="Google Shape;356;p4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57" name="Google Shape;357;p40"/>
          <p:cNvGrpSpPr/>
          <p:nvPr/>
        </p:nvGrpSpPr>
        <p:grpSpPr>
          <a:xfrm>
            <a:off x="-5" y="-45596"/>
            <a:ext cx="9198312" cy="5189097"/>
            <a:chOff x="-5" y="-45596"/>
            <a:chExt cx="9198312" cy="5189097"/>
          </a:xfrm>
        </p:grpSpPr>
        <p:sp>
          <p:nvSpPr>
            <p:cNvPr id="358" name="Google Shape;358;p40"/>
            <p:cNvSpPr/>
            <p:nvPr/>
          </p:nvSpPr>
          <p:spPr>
            <a:xfrm flipH="1" rot="10800000">
              <a:off x="-5" y="3505185"/>
              <a:ext cx="1514484" cy="1638316"/>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0"/>
            <p:cNvSpPr/>
            <p:nvPr/>
          </p:nvSpPr>
          <p:spPr>
            <a:xfrm>
              <a:off x="58825" y="326392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0"/>
            <p:cNvSpPr/>
            <p:nvPr/>
          </p:nvSpPr>
          <p:spPr>
            <a:xfrm>
              <a:off x="5610225" y="-45596"/>
              <a:ext cx="3588082" cy="490624"/>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40"/>
          <p:cNvSpPr txBox="1"/>
          <p:nvPr>
            <p:ph idx="1" type="body"/>
          </p:nvPr>
        </p:nvSpPr>
        <p:spPr>
          <a:xfrm>
            <a:off x="720000" y="1751700"/>
            <a:ext cx="4121700" cy="2145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2" name="Shape 362"/>
        <p:cNvGrpSpPr/>
        <p:nvPr/>
      </p:nvGrpSpPr>
      <p:grpSpPr>
        <a:xfrm>
          <a:off x="0" y="0"/>
          <a:ext cx="0" cy="0"/>
          <a:chOff x="0" y="0"/>
          <a:chExt cx="0" cy="0"/>
        </a:xfrm>
      </p:grpSpPr>
      <p:sp>
        <p:nvSpPr>
          <p:cNvPr id="363" name="Google Shape;363;p41"/>
          <p:cNvSpPr txBox="1"/>
          <p:nvPr>
            <p:ph type="title"/>
          </p:nvPr>
        </p:nvSpPr>
        <p:spPr>
          <a:xfrm>
            <a:off x="1768500" y="1516200"/>
            <a:ext cx="5607000" cy="21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4" name="Shape 364"/>
        <p:cNvGrpSpPr/>
        <p:nvPr/>
      </p:nvGrpSpPr>
      <p:grpSpPr>
        <a:xfrm>
          <a:off x="0" y="0"/>
          <a:ext cx="0" cy="0"/>
          <a:chOff x="0" y="0"/>
          <a:chExt cx="0" cy="0"/>
        </a:xfrm>
      </p:grpSpPr>
      <p:sp>
        <p:nvSpPr>
          <p:cNvPr id="365" name="Google Shape;365;p42"/>
          <p:cNvSpPr txBox="1"/>
          <p:nvPr>
            <p:ph type="title"/>
          </p:nvPr>
        </p:nvSpPr>
        <p:spPr>
          <a:xfrm>
            <a:off x="2135550" y="1595175"/>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sz="65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
        <p:nvSpPr>
          <p:cNvPr id="366" name="Google Shape;366;p42"/>
          <p:cNvSpPr txBox="1"/>
          <p:nvPr>
            <p:ph idx="1" type="subTitle"/>
          </p:nvPr>
        </p:nvSpPr>
        <p:spPr>
          <a:xfrm>
            <a:off x="2135550" y="2756615"/>
            <a:ext cx="4872900" cy="79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7" name="Shape 367"/>
        <p:cNvGrpSpPr/>
        <p:nvPr/>
      </p:nvGrpSpPr>
      <p:grpSpPr>
        <a:xfrm>
          <a:off x="0" y="0"/>
          <a:ext cx="0" cy="0"/>
          <a:chOff x="0" y="0"/>
          <a:chExt cx="0" cy="0"/>
        </a:xfrm>
      </p:grpSpPr>
      <p:sp>
        <p:nvSpPr>
          <p:cNvPr id="368" name="Google Shape;368;p43"/>
          <p:cNvSpPr/>
          <p:nvPr>
            <p:ph idx="2" type="pic"/>
          </p:nvPr>
        </p:nvSpPr>
        <p:spPr>
          <a:xfrm>
            <a:off x="-25" y="-13725"/>
            <a:ext cx="9144000" cy="5157300"/>
          </a:xfrm>
          <a:prstGeom prst="rect">
            <a:avLst/>
          </a:prstGeom>
          <a:noFill/>
          <a:ln>
            <a:noFill/>
          </a:ln>
        </p:spPr>
      </p:sp>
      <p:sp>
        <p:nvSpPr>
          <p:cNvPr id="369" name="Google Shape;369;p43"/>
          <p:cNvSpPr txBox="1"/>
          <p:nvPr>
            <p:ph type="title"/>
          </p:nvPr>
        </p:nvSpPr>
        <p:spPr>
          <a:xfrm>
            <a:off x="720000" y="3445500"/>
            <a:ext cx="3616800" cy="11418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0" name="Shape 370"/>
        <p:cNvGrpSpPr/>
        <p:nvPr/>
      </p:nvGrpSpPr>
      <p:grpSpPr>
        <a:xfrm>
          <a:off x="0" y="0"/>
          <a:ext cx="0" cy="0"/>
          <a:chOff x="0" y="0"/>
          <a:chExt cx="0" cy="0"/>
        </a:xfrm>
      </p:grpSpPr>
      <p:sp>
        <p:nvSpPr>
          <p:cNvPr id="371" name="Google Shape;371;p44"/>
          <p:cNvSpPr txBox="1"/>
          <p:nvPr>
            <p:ph hasCustomPrompt="1" type="title"/>
          </p:nvPr>
        </p:nvSpPr>
        <p:spPr>
          <a:xfrm>
            <a:off x="1284000" y="1902050"/>
            <a:ext cx="6576000" cy="943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72" name="Google Shape;372;p44"/>
          <p:cNvSpPr txBox="1"/>
          <p:nvPr>
            <p:ph idx="1" type="subTitle"/>
          </p:nvPr>
        </p:nvSpPr>
        <p:spPr>
          <a:xfrm>
            <a:off x="1284000" y="2845750"/>
            <a:ext cx="6576000" cy="39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73" name="Shape 373"/>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74" name="Shape 374"/>
        <p:cNvGrpSpPr/>
        <p:nvPr/>
      </p:nvGrpSpPr>
      <p:grpSpPr>
        <a:xfrm>
          <a:off x="0" y="0"/>
          <a:ext cx="0" cy="0"/>
          <a:chOff x="0" y="0"/>
          <a:chExt cx="0" cy="0"/>
        </a:xfrm>
      </p:grpSpPr>
      <p:sp>
        <p:nvSpPr>
          <p:cNvPr id="375" name="Google Shape;375;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76" name="Google Shape;376;p46"/>
          <p:cNvSpPr txBox="1"/>
          <p:nvPr>
            <p:ph idx="1" type="subTitle"/>
          </p:nvPr>
        </p:nvSpPr>
        <p:spPr>
          <a:xfrm>
            <a:off x="713175"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7" name="Google Shape;377;p46"/>
          <p:cNvSpPr txBox="1"/>
          <p:nvPr>
            <p:ph idx="2" type="subTitle"/>
          </p:nvPr>
        </p:nvSpPr>
        <p:spPr>
          <a:xfrm>
            <a:off x="3394784"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8" name="Google Shape;378;p46"/>
          <p:cNvSpPr txBox="1"/>
          <p:nvPr>
            <p:ph idx="3" type="subTitle"/>
          </p:nvPr>
        </p:nvSpPr>
        <p:spPr>
          <a:xfrm>
            <a:off x="2053983"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9" name="Google Shape;379;p46"/>
          <p:cNvSpPr txBox="1"/>
          <p:nvPr>
            <p:ph idx="4" type="subTitle"/>
          </p:nvPr>
        </p:nvSpPr>
        <p:spPr>
          <a:xfrm>
            <a:off x="4735668"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46"/>
          <p:cNvSpPr txBox="1"/>
          <p:nvPr>
            <p:ph idx="5" type="subTitle"/>
          </p:nvPr>
        </p:nvSpPr>
        <p:spPr>
          <a:xfrm>
            <a:off x="6076376"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1" name="Google Shape;381;p46"/>
          <p:cNvSpPr txBox="1"/>
          <p:nvPr>
            <p:ph hasCustomPrompt="1" idx="6" type="title"/>
          </p:nvPr>
        </p:nvSpPr>
        <p:spPr>
          <a:xfrm>
            <a:off x="1515259"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2" name="Google Shape;382;p46"/>
          <p:cNvSpPr txBox="1"/>
          <p:nvPr>
            <p:ph hasCustomPrompt="1" idx="7" type="title"/>
          </p:nvPr>
        </p:nvSpPr>
        <p:spPr>
          <a:xfrm>
            <a:off x="2856067"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3" name="Google Shape;383;p46"/>
          <p:cNvSpPr txBox="1"/>
          <p:nvPr>
            <p:ph hasCustomPrompt="1" idx="8" type="title"/>
          </p:nvPr>
        </p:nvSpPr>
        <p:spPr>
          <a:xfrm>
            <a:off x="4196868"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4" name="Google Shape;384;p46"/>
          <p:cNvSpPr txBox="1"/>
          <p:nvPr>
            <p:ph hasCustomPrompt="1" idx="9" type="title"/>
          </p:nvPr>
        </p:nvSpPr>
        <p:spPr>
          <a:xfrm>
            <a:off x="5537752"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5" name="Google Shape;385;p46"/>
          <p:cNvSpPr txBox="1"/>
          <p:nvPr>
            <p:ph hasCustomPrompt="1" idx="13" type="title"/>
          </p:nvPr>
        </p:nvSpPr>
        <p:spPr>
          <a:xfrm>
            <a:off x="6878460"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6" name="Google Shape;386;p46"/>
          <p:cNvSpPr txBox="1"/>
          <p:nvPr>
            <p:ph idx="14" type="subTitle"/>
          </p:nvPr>
        </p:nvSpPr>
        <p:spPr>
          <a:xfrm>
            <a:off x="713175"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7" name="Google Shape;387;p46"/>
          <p:cNvSpPr txBox="1"/>
          <p:nvPr>
            <p:ph idx="15" type="subTitle"/>
          </p:nvPr>
        </p:nvSpPr>
        <p:spPr>
          <a:xfrm>
            <a:off x="3394784"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8" name="Google Shape;388;p46"/>
          <p:cNvSpPr txBox="1"/>
          <p:nvPr>
            <p:ph idx="16" type="subTitle"/>
          </p:nvPr>
        </p:nvSpPr>
        <p:spPr>
          <a:xfrm>
            <a:off x="6076376"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9" name="Google Shape;389;p46"/>
          <p:cNvSpPr txBox="1"/>
          <p:nvPr>
            <p:ph idx="17" type="subTitle"/>
          </p:nvPr>
        </p:nvSpPr>
        <p:spPr>
          <a:xfrm>
            <a:off x="2053983"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90" name="Google Shape;390;p46"/>
          <p:cNvSpPr txBox="1"/>
          <p:nvPr>
            <p:ph idx="18" type="subTitle"/>
          </p:nvPr>
        </p:nvSpPr>
        <p:spPr>
          <a:xfrm>
            <a:off x="4735668"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391" name="Google Shape;391;p46"/>
          <p:cNvGrpSpPr/>
          <p:nvPr/>
        </p:nvGrpSpPr>
        <p:grpSpPr>
          <a:xfrm>
            <a:off x="-12420" y="0"/>
            <a:ext cx="9156403" cy="5624539"/>
            <a:chOff x="-12420" y="0"/>
            <a:chExt cx="9156403" cy="5624539"/>
          </a:xfrm>
        </p:grpSpPr>
        <p:sp>
          <p:nvSpPr>
            <p:cNvPr id="392" name="Google Shape;392;p46"/>
            <p:cNvSpPr/>
            <p:nvPr/>
          </p:nvSpPr>
          <p:spPr>
            <a:xfrm rot="5400000">
              <a:off x="-1341184" y="38109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6"/>
            <p:cNvSpPr/>
            <p:nvPr/>
          </p:nvSpPr>
          <p:spPr>
            <a:xfrm>
              <a:off x="6761821" y="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6"/>
            <p:cNvSpPr/>
            <p:nvPr/>
          </p:nvSpPr>
          <p:spPr>
            <a:xfrm>
              <a:off x="210300" y="3578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 name="Google Shape;395;p46"/>
          <p:cNvSpPr/>
          <p:nvPr/>
        </p:nvSpPr>
        <p:spPr>
          <a:xfrm>
            <a:off x="8430775" y="317379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96" name="Shape 396"/>
        <p:cNvGrpSpPr/>
        <p:nvPr/>
      </p:nvGrpSpPr>
      <p:grpSpPr>
        <a:xfrm>
          <a:off x="0" y="0"/>
          <a:ext cx="0" cy="0"/>
          <a:chOff x="0" y="0"/>
          <a:chExt cx="0" cy="0"/>
        </a:xfrm>
      </p:grpSpPr>
      <p:sp>
        <p:nvSpPr>
          <p:cNvPr id="397" name="Google Shape;397;p47"/>
          <p:cNvSpPr txBox="1"/>
          <p:nvPr>
            <p:ph type="title"/>
          </p:nvPr>
        </p:nvSpPr>
        <p:spPr>
          <a:xfrm>
            <a:off x="713225" y="3768000"/>
            <a:ext cx="4366500" cy="45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98" name="Google Shape;398;p47"/>
          <p:cNvSpPr txBox="1"/>
          <p:nvPr>
            <p:ph idx="1" type="subTitle"/>
          </p:nvPr>
        </p:nvSpPr>
        <p:spPr>
          <a:xfrm>
            <a:off x="713225" y="920100"/>
            <a:ext cx="4366500" cy="2737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399" name="Google Shape;399;p47"/>
          <p:cNvGrpSpPr/>
          <p:nvPr/>
        </p:nvGrpSpPr>
        <p:grpSpPr>
          <a:xfrm>
            <a:off x="-9525" y="2687325"/>
            <a:ext cx="1558778" cy="2465723"/>
            <a:chOff x="-9525" y="2687325"/>
            <a:chExt cx="1558778" cy="2465723"/>
          </a:xfrm>
        </p:grpSpPr>
        <p:sp>
          <p:nvSpPr>
            <p:cNvPr id="400" name="Google Shape;400;p47"/>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7"/>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47"/>
          <p:cNvGrpSpPr/>
          <p:nvPr/>
        </p:nvGrpSpPr>
        <p:grpSpPr>
          <a:xfrm flipH="1" rot="8988552">
            <a:off x="-128500" y="-534854"/>
            <a:ext cx="1454426" cy="1280493"/>
            <a:chOff x="5917100" y="2092158"/>
            <a:chExt cx="1102175" cy="970367"/>
          </a:xfrm>
        </p:grpSpPr>
        <p:sp>
          <p:nvSpPr>
            <p:cNvPr id="403" name="Google Shape;403;p47"/>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7"/>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7"/>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7"/>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7"/>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7"/>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 name="Google Shape;409;p47"/>
          <p:cNvSpPr/>
          <p:nvPr/>
        </p:nvSpPr>
        <p:spPr>
          <a:xfrm rot="5400000">
            <a:off x="6313350" y="489735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10" name="Shape 410"/>
        <p:cNvGrpSpPr/>
        <p:nvPr/>
      </p:nvGrpSpPr>
      <p:grpSpPr>
        <a:xfrm>
          <a:off x="0" y="0"/>
          <a:ext cx="0" cy="0"/>
          <a:chOff x="0" y="0"/>
          <a:chExt cx="0" cy="0"/>
        </a:xfrm>
      </p:grpSpPr>
      <p:sp>
        <p:nvSpPr>
          <p:cNvPr id="411" name="Google Shape;411;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412" name="Google Shape;412;p48"/>
          <p:cNvGrpSpPr/>
          <p:nvPr/>
        </p:nvGrpSpPr>
        <p:grpSpPr>
          <a:xfrm>
            <a:off x="-1344725" y="-32523"/>
            <a:ext cx="10488717" cy="6685915"/>
            <a:chOff x="-1344725" y="-32523"/>
            <a:chExt cx="10488717" cy="6685915"/>
          </a:xfrm>
        </p:grpSpPr>
        <p:sp>
          <p:nvSpPr>
            <p:cNvPr id="413" name="Google Shape;413;p48"/>
            <p:cNvSpPr/>
            <p:nvPr/>
          </p:nvSpPr>
          <p:spPr>
            <a:xfrm>
              <a:off x="-1344725" y="435247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8"/>
            <p:cNvSpPr/>
            <p:nvPr/>
          </p:nvSpPr>
          <p:spPr>
            <a:xfrm rot="5400000">
              <a:off x="6741954" y="1740877"/>
              <a:ext cx="4175439" cy="628638"/>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8"/>
            <p:cNvSpPr/>
            <p:nvPr/>
          </p:nvSpPr>
          <p:spPr>
            <a:xfrm>
              <a:off x="8582775" y="172087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48"/>
          <p:cNvSpPr/>
          <p:nvPr/>
        </p:nvSpPr>
        <p:spPr>
          <a:xfrm flipH="1">
            <a:off x="-3209362" y="-99243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17" name="Shape 417"/>
        <p:cNvGrpSpPr/>
        <p:nvPr/>
      </p:nvGrpSpPr>
      <p:grpSpPr>
        <a:xfrm>
          <a:off x="0" y="0"/>
          <a:ext cx="0" cy="0"/>
          <a:chOff x="0" y="0"/>
          <a:chExt cx="0" cy="0"/>
        </a:xfrm>
      </p:grpSpPr>
      <p:sp>
        <p:nvSpPr>
          <p:cNvPr id="418" name="Google Shape;418;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419" name="Google Shape;419;p49"/>
          <p:cNvGrpSpPr/>
          <p:nvPr/>
        </p:nvGrpSpPr>
        <p:grpSpPr>
          <a:xfrm>
            <a:off x="15" y="0"/>
            <a:ext cx="9143991" cy="5143504"/>
            <a:chOff x="15" y="0"/>
            <a:chExt cx="9143991" cy="5143504"/>
          </a:xfrm>
        </p:grpSpPr>
        <p:sp>
          <p:nvSpPr>
            <p:cNvPr id="420" name="Google Shape;420;p49"/>
            <p:cNvSpPr/>
            <p:nvPr/>
          </p:nvSpPr>
          <p:spPr>
            <a:xfrm rot="5400000">
              <a:off x="353766" y="-353751"/>
              <a:ext cx="1123932" cy="1831435"/>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9"/>
            <p:cNvSpPr/>
            <p:nvPr/>
          </p:nvSpPr>
          <p:spPr>
            <a:xfrm>
              <a:off x="7218154" y="4084425"/>
              <a:ext cx="1925852" cy="1059079"/>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9"/>
            <p:cNvSpPr/>
            <p:nvPr/>
          </p:nvSpPr>
          <p:spPr>
            <a:xfrm>
              <a:off x="105525" y="8204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49"/>
          <p:cNvSpPr/>
          <p:nvPr/>
        </p:nvSpPr>
        <p:spPr>
          <a:xfrm rot="5576500">
            <a:off x="-2910248" y="2359177"/>
            <a:ext cx="3922554" cy="3368658"/>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424" name="Shape 424"/>
        <p:cNvGrpSpPr/>
        <p:nvPr/>
      </p:nvGrpSpPr>
      <p:grpSpPr>
        <a:xfrm>
          <a:off x="0" y="0"/>
          <a:ext cx="0" cy="0"/>
          <a:chOff x="0" y="0"/>
          <a:chExt cx="0" cy="0"/>
        </a:xfrm>
      </p:grpSpPr>
      <p:sp>
        <p:nvSpPr>
          <p:cNvPr id="425" name="Google Shape;425;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426" name="Google Shape;426;p50"/>
          <p:cNvGrpSpPr/>
          <p:nvPr/>
        </p:nvGrpSpPr>
        <p:grpSpPr>
          <a:xfrm>
            <a:off x="-69570" y="-639075"/>
            <a:ext cx="9213570" cy="5782564"/>
            <a:chOff x="-69570" y="-639075"/>
            <a:chExt cx="9213570" cy="5782564"/>
          </a:xfrm>
        </p:grpSpPr>
        <p:sp>
          <p:nvSpPr>
            <p:cNvPr id="427" name="Google Shape;427;p50"/>
            <p:cNvSpPr/>
            <p:nvPr/>
          </p:nvSpPr>
          <p:spPr>
            <a:xfrm flipH="1">
              <a:off x="8443442" y="-639075"/>
              <a:ext cx="700558" cy="2696470"/>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50"/>
            <p:cNvGrpSpPr/>
            <p:nvPr/>
          </p:nvGrpSpPr>
          <p:grpSpPr>
            <a:xfrm>
              <a:off x="-69570" y="2001161"/>
              <a:ext cx="618420" cy="3142328"/>
              <a:chOff x="-69570" y="2001161"/>
              <a:chExt cx="618420" cy="3142328"/>
            </a:xfrm>
          </p:grpSpPr>
          <p:sp>
            <p:nvSpPr>
              <p:cNvPr id="429" name="Google Shape;429;p50"/>
              <p:cNvSpPr/>
              <p:nvPr/>
            </p:nvSpPr>
            <p:spPr>
              <a:xfrm rot="5400000">
                <a:off x="-1398334" y="332992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0"/>
              <p:cNvSpPr/>
              <p:nvPr/>
            </p:nvSpPr>
            <p:spPr>
              <a:xfrm>
                <a:off x="153150" y="20574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1" name="Google Shape;431;p50"/>
          <p:cNvSpPr/>
          <p:nvPr/>
        </p:nvSpPr>
        <p:spPr>
          <a:xfrm rot="-6269851">
            <a:off x="8176744" y="2301996"/>
            <a:ext cx="3922614" cy="3368710"/>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32" name="Shape 432"/>
        <p:cNvGrpSpPr/>
        <p:nvPr/>
      </p:nvGrpSpPr>
      <p:grpSpPr>
        <a:xfrm>
          <a:off x="0" y="0"/>
          <a:ext cx="0" cy="0"/>
          <a:chOff x="0" y="0"/>
          <a:chExt cx="0" cy="0"/>
        </a:xfrm>
      </p:grpSpPr>
      <p:sp>
        <p:nvSpPr>
          <p:cNvPr id="433" name="Google Shape;433;p51"/>
          <p:cNvSpPr txBox="1"/>
          <p:nvPr>
            <p:ph type="title"/>
          </p:nvPr>
        </p:nvSpPr>
        <p:spPr>
          <a:xfrm>
            <a:off x="4702800" y="1154688"/>
            <a:ext cx="3728100" cy="1617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34" name="Google Shape;434;p51"/>
          <p:cNvSpPr txBox="1"/>
          <p:nvPr>
            <p:ph idx="1" type="subTitle"/>
          </p:nvPr>
        </p:nvSpPr>
        <p:spPr>
          <a:xfrm>
            <a:off x="4702800" y="2771413"/>
            <a:ext cx="3728100" cy="1217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5" name="Google Shape;435;p51"/>
          <p:cNvSpPr/>
          <p:nvPr>
            <p:ph idx="2" type="pic"/>
          </p:nvPr>
        </p:nvSpPr>
        <p:spPr>
          <a:xfrm>
            <a:off x="713225" y="747000"/>
            <a:ext cx="3189000" cy="3649500"/>
          </a:xfrm>
          <a:prstGeom prst="roundRect">
            <a:avLst>
              <a:gd fmla="val 16667" name="adj"/>
            </a:avLst>
          </a:prstGeom>
          <a:noFill/>
          <a:ln>
            <a:noFill/>
          </a:ln>
        </p:spPr>
      </p:sp>
      <p:sp>
        <p:nvSpPr>
          <p:cNvPr id="436" name="Google Shape;436;p51"/>
          <p:cNvSpPr/>
          <p:nvPr/>
        </p:nvSpPr>
        <p:spPr>
          <a:xfrm>
            <a:off x="7923100" y="38762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1"/>
          <p:cNvSpPr/>
          <p:nvPr/>
        </p:nvSpPr>
        <p:spPr>
          <a:xfrm>
            <a:off x="8525700" y="-87627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38" name="Shape 438"/>
        <p:cNvGrpSpPr/>
        <p:nvPr/>
      </p:nvGrpSpPr>
      <p:grpSpPr>
        <a:xfrm>
          <a:off x="0" y="0"/>
          <a:ext cx="0" cy="0"/>
          <a:chOff x="0" y="0"/>
          <a:chExt cx="0" cy="0"/>
        </a:xfrm>
      </p:grpSpPr>
      <p:sp>
        <p:nvSpPr>
          <p:cNvPr id="439" name="Google Shape;439;p52"/>
          <p:cNvSpPr txBox="1"/>
          <p:nvPr>
            <p:ph type="title"/>
          </p:nvPr>
        </p:nvSpPr>
        <p:spPr>
          <a:xfrm>
            <a:off x="5680075" y="1326251"/>
            <a:ext cx="2750700" cy="110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40" name="Google Shape;440;p52"/>
          <p:cNvSpPr txBox="1"/>
          <p:nvPr>
            <p:ph idx="1" type="subTitle"/>
          </p:nvPr>
        </p:nvSpPr>
        <p:spPr>
          <a:xfrm>
            <a:off x="5680075" y="2330344"/>
            <a:ext cx="2750700" cy="154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1" name="Google Shape;441;p52"/>
          <p:cNvSpPr/>
          <p:nvPr/>
        </p:nvSpPr>
        <p:spPr>
          <a:xfrm>
            <a:off x="6924678" y="3927299"/>
            <a:ext cx="2228880" cy="1225736"/>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2"/>
          <p:cNvSpPr/>
          <p:nvPr/>
        </p:nvSpPr>
        <p:spPr>
          <a:xfrm>
            <a:off x="8382825" y="-13426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43" name="Shape 443"/>
        <p:cNvGrpSpPr/>
        <p:nvPr/>
      </p:nvGrpSpPr>
      <p:grpSpPr>
        <a:xfrm>
          <a:off x="0" y="0"/>
          <a:ext cx="0" cy="0"/>
          <a:chOff x="0" y="0"/>
          <a:chExt cx="0" cy="0"/>
        </a:xfrm>
      </p:grpSpPr>
      <p:sp>
        <p:nvSpPr>
          <p:cNvPr id="444" name="Google Shape;444;p53"/>
          <p:cNvSpPr txBox="1"/>
          <p:nvPr>
            <p:ph type="title"/>
          </p:nvPr>
        </p:nvSpPr>
        <p:spPr>
          <a:xfrm>
            <a:off x="713225" y="1326250"/>
            <a:ext cx="2750700" cy="1100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45" name="Google Shape;445;p53"/>
          <p:cNvSpPr txBox="1"/>
          <p:nvPr>
            <p:ph idx="1" type="subTitle"/>
          </p:nvPr>
        </p:nvSpPr>
        <p:spPr>
          <a:xfrm>
            <a:off x="713359" y="2330350"/>
            <a:ext cx="2750700" cy="1544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46" name="Google Shape;446;p53"/>
          <p:cNvGrpSpPr/>
          <p:nvPr/>
        </p:nvGrpSpPr>
        <p:grpSpPr>
          <a:xfrm>
            <a:off x="0" y="2687325"/>
            <a:ext cx="1558778" cy="2456198"/>
            <a:chOff x="0" y="2687325"/>
            <a:chExt cx="1558778" cy="2456198"/>
          </a:xfrm>
        </p:grpSpPr>
        <p:sp>
          <p:nvSpPr>
            <p:cNvPr id="447" name="Google Shape;447;p53"/>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3"/>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9" name="Google Shape;449;p53"/>
          <p:cNvSpPr/>
          <p:nvPr/>
        </p:nvSpPr>
        <p:spPr>
          <a:xfrm rot="-8951246">
            <a:off x="1299276" y="-2993894"/>
            <a:ext cx="3922599" cy="3368697"/>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450" name="Shape 450"/>
        <p:cNvGrpSpPr/>
        <p:nvPr/>
      </p:nvGrpSpPr>
      <p:grpSpPr>
        <a:xfrm>
          <a:off x="0" y="0"/>
          <a:ext cx="0" cy="0"/>
          <a:chOff x="0" y="0"/>
          <a:chExt cx="0" cy="0"/>
        </a:xfrm>
      </p:grpSpPr>
      <p:sp>
        <p:nvSpPr>
          <p:cNvPr id="451" name="Google Shape;451;p54"/>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52" name="Google Shape;452;p54"/>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3" name="Google Shape;453;p54"/>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4"/>
          <p:cNvSpPr/>
          <p:nvPr/>
        </p:nvSpPr>
        <p:spPr>
          <a:xfrm>
            <a:off x="8331875" y="-7437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55" name="Shape 455"/>
        <p:cNvGrpSpPr/>
        <p:nvPr/>
      </p:nvGrpSpPr>
      <p:grpSpPr>
        <a:xfrm>
          <a:off x="0" y="0"/>
          <a:ext cx="0" cy="0"/>
          <a:chOff x="0" y="0"/>
          <a:chExt cx="0" cy="0"/>
        </a:xfrm>
      </p:grpSpPr>
      <p:sp>
        <p:nvSpPr>
          <p:cNvPr id="456" name="Google Shape;456;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57" name="Google Shape;457;p55"/>
          <p:cNvSpPr txBox="1"/>
          <p:nvPr>
            <p:ph idx="1" type="subTitle"/>
          </p:nvPr>
        </p:nvSpPr>
        <p:spPr>
          <a:xfrm>
            <a:off x="4872994"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 name="Google Shape;458;p55"/>
          <p:cNvSpPr txBox="1"/>
          <p:nvPr>
            <p:ph idx="2" type="subTitle"/>
          </p:nvPr>
        </p:nvSpPr>
        <p:spPr>
          <a:xfrm>
            <a:off x="1434200"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9" name="Google Shape;459;p55"/>
          <p:cNvSpPr txBox="1"/>
          <p:nvPr>
            <p:ph idx="3" type="subTitle"/>
          </p:nvPr>
        </p:nvSpPr>
        <p:spPr>
          <a:xfrm>
            <a:off x="1434200"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60" name="Google Shape;460;p55"/>
          <p:cNvSpPr txBox="1"/>
          <p:nvPr>
            <p:ph idx="4" type="subTitle"/>
          </p:nvPr>
        </p:nvSpPr>
        <p:spPr>
          <a:xfrm>
            <a:off x="4873004"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461" name="Google Shape;461;p55"/>
          <p:cNvGrpSpPr/>
          <p:nvPr/>
        </p:nvGrpSpPr>
        <p:grpSpPr>
          <a:xfrm>
            <a:off x="-255199" y="-9535"/>
            <a:ext cx="9408724" cy="5162561"/>
            <a:chOff x="-255199" y="-9535"/>
            <a:chExt cx="9408724" cy="5162561"/>
          </a:xfrm>
        </p:grpSpPr>
        <p:sp>
          <p:nvSpPr>
            <p:cNvPr id="462" name="Google Shape;462;p55"/>
            <p:cNvSpPr/>
            <p:nvPr/>
          </p:nvSpPr>
          <p:spPr>
            <a:xfrm rot="10800000">
              <a:off x="-255199" y="-953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5"/>
            <p:cNvSpPr/>
            <p:nvPr/>
          </p:nvSpPr>
          <p:spPr>
            <a:xfrm rot="5400000">
              <a:off x="157065" y="8911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5"/>
            <p:cNvSpPr/>
            <p:nvPr/>
          </p:nvSpPr>
          <p:spPr>
            <a:xfrm flipH="1" rot="10800000">
              <a:off x="7963727" y="3585776"/>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5" name="Google Shape;465;p55"/>
          <p:cNvSpPr/>
          <p:nvPr/>
        </p:nvSpPr>
        <p:spPr>
          <a:xfrm rot="5998970">
            <a:off x="-2951937" y="3225943"/>
            <a:ext cx="3922585" cy="336868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66" name="Shape 466"/>
        <p:cNvGrpSpPr/>
        <p:nvPr/>
      </p:nvGrpSpPr>
      <p:grpSpPr>
        <a:xfrm>
          <a:off x="0" y="0"/>
          <a:ext cx="0" cy="0"/>
          <a:chOff x="0" y="0"/>
          <a:chExt cx="0" cy="0"/>
        </a:xfrm>
      </p:grpSpPr>
      <p:sp>
        <p:nvSpPr>
          <p:cNvPr id="467" name="Google Shape;467;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68" name="Google Shape;468;p56"/>
          <p:cNvSpPr txBox="1"/>
          <p:nvPr>
            <p:ph idx="1" type="subTitle"/>
          </p:nvPr>
        </p:nvSpPr>
        <p:spPr>
          <a:xfrm>
            <a:off x="4743229"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9" name="Google Shape;469;p56"/>
          <p:cNvSpPr txBox="1"/>
          <p:nvPr>
            <p:ph idx="2" type="subTitle"/>
          </p:nvPr>
        </p:nvSpPr>
        <p:spPr>
          <a:xfrm>
            <a:off x="827475"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0" name="Google Shape;470;p56"/>
          <p:cNvSpPr/>
          <p:nvPr/>
        </p:nvSpPr>
        <p:spPr>
          <a:xfrm flipH="1" rot="-5620785">
            <a:off x="8161983" y="-1102921"/>
            <a:ext cx="3922561" cy="336866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 name="Google Shape;471;p56"/>
          <p:cNvGrpSpPr/>
          <p:nvPr/>
        </p:nvGrpSpPr>
        <p:grpSpPr>
          <a:xfrm>
            <a:off x="-58079" y="-76200"/>
            <a:ext cx="9202083" cy="5243547"/>
            <a:chOff x="-58079" y="-76200"/>
            <a:chExt cx="9202083" cy="5243547"/>
          </a:xfrm>
        </p:grpSpPr>
        <p:sp>
          <p:nvSpPr>
            <p:cNvPr id="472" name="Google Shape;472;p56"/>
            <p:cNvSpPr/>
            <p:nvPr/>
          </p:nvSpPr>
          <p:spPr>
            <a:xfrm flipH="1">
              <a:off x="-58079" y="-7620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3" name="Google Shape;473;p56"/>
            <p:cNvGrpSpPr/>
            <p:nvPr/>
          </p:nvGrpSpPr>
          <p:grpSpPr>
            <a:xfrm>
              <a:off x="6001676" y="4548927"/>
              <a:ext cx="3142328" cy="618420"/>
              <a:chOff x="6001676" y="4548927"/>
              <a:chExt cx="3142328" cy="618420"/>
            </a:xfrm>
          </p:grpSpPr>
          <p:sp>
            <p:nvSpPr>
              <p:cNvPr id="474" name="Google Shape;474;p56"/>
              <p:cNvSpPr/>
              <p:nvPr/>
            </p:nvSpPr>
            <p:spPr>
              <a:xfrm>
                <a:off x="6001676" y="4682548"/>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6"/>
              <p:cNvSpPr/>
              <p:nvPr/>
            </p:nvSpPr>
            <p:spPr>
              <a:xfrm rot="-5400000">
                <a:off x="7097790" y="4548927"/>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
    <p:spTree>
      <p:nvGrpSpPr>
        <p:cNvPr id="476" name="Shape 476"/>
        <p:cNvGrpSpPr/>
        <p:nvPr/>
      </p:nvGrpSpPr>
      <p:grpSpPr>
        <a:xfrm>
          <a:off x="0" y="0"/>
          <a:ext cx="0" cy="0"/>
          <a:chOff x="0" y="0"/>
          <a:chExt cx="0" cy="0"/>
        </a:xfrm>
      </p:grpSpPr>
      <p:sp>
        <p:nvSpPr>
          <p:cNvPr id="477" name="Google Shape;477;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78" name="Google Shape;478;p57"/>
          <p:cNvSpPr txBox="1"/>
          <p:nvPr>
            <p:ph idx="1" type="body"/>
          </p:nvPr>
        </p:nvSpPr>
        <p:spPr>
          <a:xfrm>
            <a:off x="872438"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30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479" name="Google Shape;479;p57"/>
          <p:cNvSpPr txBox="1"/>
          <p:nvPr>
            <p:ph idx="2" type="body"/>
          </p:nvPr>
        </p:nvSpPr>
        <p:spPr>
          <a:xfrm>
            <a:off x="4623859"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grpSp>
        <p:nvGrpSpPr>
          <p:cNvPr id="480" name="Google Shape;480;p57"/>
          <p:cNvGrpSpPr/>
          <p:nvPr/>
        </p:nvGrpSpPr>
        <p:grpSpPr>
          <a:xfrm>
            <a:off x="0" y="-45596"/>
            <a:ext cx="9217351" cy="5189119"/>
            <a:chOff x="0" y="-45596"/>
            <a:chExt cx="9217351" cy="5189119"/>
          </a:xfrm>
        </p:grpSpPr>
        <p:sp>
          <p:nvSpPr>
            <p:cNvPr id="481" name="Google Shape;481;p57"/>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7"/>
            <p:cNvSpPr/>
            <p:nvPr/>
          </p:nvSpPr>
          <p:spPr>
            <a:xfrm>
              <a:off x="67425" y="2687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7"/>
            <p:cNvSpPr/>
            <p:nvPr/>
          </p:nvSpPr>
          <p:spPr>
            <a:xfrm>
              <a:off x="5638800" y="-45596"/>
              <a:ext cx="3578551" cy="572699"/>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 name="Google Shape;484;p57"/>
          <p:cNvSpPr/>
          <p:nvPr/>
        </p:nvSpPr>
        <p:spPr>
          <a:xfrm flipH="1" rot="-6852635">
            <a:off x="8370682" y="3411391"/>
            <a:ext cx="3922575" cy="336867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85" name="Shape 485"/>
        <p:cNvGrpSpPr/>
        <p:nvPr/>
      </p:nvGrpSpPr>
      <p:grpSpPr>
        <a:xfrm>
          <a:off x="0" y="0"/>
          <a:ext cx="0" cy="0"/>
          <a:chOff x="0" y="0"/>
          <a:chExt cx="0" cy="0"/>
        </a:xfrm>
      </p:grpSpPr>
      <p:sp>
        <p:nvSpPr>
          <p:cNvPr id="486" name="Google Shape;486;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87" name="Google Shape;487;p58"/>
          <p:cNvSpPr txBox="1"/>
          <p:nvPr>
            <p:ph idx="1" type="subTitle"/>
          </p:nvPr>
        </p:nvSpPr>
        <p:spPr>
          <a:xfrm>
            <a:off x="1275625"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8" name="Google Shape;488;p58"/>
          <p:cNvSpPr txBox="1"/>
          <p:nvPr>
            <p:ph idx="2" type="subTitle"/>
          </p:nvPr>
        </p:nvSpPr>
        <p:spPr>
          <a:xfrm>
            <a:off x="3574824"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9" name="Google Shape;489;p58"/>
          <p:cNvSpPr txBox="1"/>
          <p:nvPr>
            <p:ph idx="3" type="subTitle"/>
          </p:nvPr>
        </p:nvSpPr>
        <p:spPr>
          <a:xfrm>
            <a:off x="5874028"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0" name="Google Shape;490;p58"/>
          <p:cNvSpPr txBox="1"/>
          <p:nvPr>
            <p:ph idx="4" type="subTitle"/>
          </p:nvPr>
        </p:nvSpPr>
        <p:spPr>
          <a:xfrm>
            <a:off x="1275625"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91" name="Google Shape;491;p58"/>
          <p:cNvSpPr txBox="1"/>
          <p:nvPr>
            <p:ph idx="5" type="subTitle"/>
          </p:nvPr>
        </p:nvSpPr>
        <p:spPr>
          <a:xfrm>
            <a:off x="3574827"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92" name="Google Shape;492;p58"/>
          <p:cNvSpPr txBox="1"/>
          <p:nvPr>
            <p:ph idx="6" type="subTitle"/>
          </p:nvPr>
        </p:nvSpPr>
        <p:spPr>
          <a:xfrm>
            <a:off x="5874036"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493" name="Google Shape;493;p58"/>
          <p:cNvGrpSpPr/>
          <p:nvPr/>
        </p:nvGrpSpPr>
        <p:grpSpPr>
          <a:xfrm>
            <a:off x="-19044" y="-57650"/>
            <a:ext cx="9163039" cy="5201149"/>
            <a:chOff x="-19044" y="-57650"/>
            <a:chExt cx="9163039" cy="5201149"/>
          </a:xfrm>
        </p:grpSpPr>
        <p:sp>
          <p:nvSpPr>
            <p:cNvPr id="494" name="Google Shape;494;p58"/>
            <p:cNvSpPr/>
            <p:nvPr/>
          </p:nvSpPr>
          <p:spPr>
            <a:xfrm flipH="1">
              <a:off x="-19044" y="-57650"/>
              <a:ext cx="638170" cy="2823330"/>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5" name="Google Shape;495;p58"/>
            <p:cNvGrpSpPr/>
            <p:nvPr/>
          </p:nvGrpSpPr>
          <p:grpSpPr>
            <a:xfrm>
              <a:off x="8153410" y="2434487"/>
              <a:ext cx="990586" cy="2709011"/>
              <a:chOff x="8153410" y="2434488"/>
              <a:chExt cx="990586" cy="2709011"/>
            </a:xfrm>
          </p:grpSpPr>
          <p:sp>
            <p:nvSpPr>
              <p:cNvPr id="496" name="Google Shape;496;p58"/>
              <p:cNvSpPr/>
              <p:nvPr/>
            </p:nvSpPr>
            <p:spPr>
              <a:xfrm rot="10800000">
                <a:off x="8153410" y="2505082"/>
                <a:ext cx="990586" cy="2638417"/>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8"/>
              <p:cNvSpPr/>
              <p:nvPr/>
            </p:nvSpPr>
            <p:spPr>
              <a:xfrm>
                <a:off x="8630400" y="2434488"/>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98" name="Google Shape;498;p58"/>
          <p:cNvSpPr/>
          <p:nvPr/>
        </p:nvSpPr>
        <p:spPr>
          <a:xfrm>
            <a:off x="1439100" y="46134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99" name="Shape 499"/>
        <p:cNvGrpSpPr/>
        <p:nvPr/>
      </p:nvGrpSpPr>
      <p:grpSpPr>
        <a:xfrm>
          <a:off x="0" y="0"/>
          <a:ext cx="0" cy="0"/>
          <a:chOff x="0" y="0"/>
          <a:chExt cx="0" cy="0"/>
        </a:xfrm>
      </p:grpSpPr>
      <p:sp>
        <p:nvSpPr>
          <p:cNvPr id="500" name="Google Shape;500;p59"/>
          <p:cNvSpPr txBox="1"/>
          <p:nvPr>
            <p:ph type="title"/>
          </p:nvPr>
        </p:nvSpPr>
        <p:spPr>
          <a:xfrm>
            <a:off x="4044825" y="445025"/>
            <a:ext cx="43791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01" name="Google Shape;501;p59"/>
          <p:cNvSpPr txBox="1"/>
          <p:nvPr>
            <p:ph idx="1" type="subTitle"/>
          </p:nvPr>
        </p:nvSpPr>
        <p:spPr>
          <a:xfrm>
            <a:off x="4044837"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2" name="Google Shape;502;p59"/>
          <p:cNvSpPr txBox="1"/>
          <p:nvPr>
            <p:ph idx="2" type="subTitle"/>
          </p:nvPr>
        </p:nvSpPr>
        <p:spPr>
          <a:xfrm>
            <a:off x="6361812"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3" name="Google Shape;503;p59"/>
          <p:cNvSpPr txBox="1"/>
          <p:nvPr>
            <p:ph idx="3" type="subTitle"/>
          </p:nvPr>
        </p:nvSpPr>
        <p:spPr>
          <a:xfrm>
            <a:off x="4044837"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4" name="Google Shape;504;p59"/>
          <p:cNvSpPr txBox="1"/>
          <p:nvPr>
            <p:ph idx="4" type="subTitle"/>
          </p:nvPr>
        </p:nvSpPr>
        <p:spPr>
          <a:xfrm>
            <a:off x="6361812"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5" name="Google Shape;505;p59"/>
          <p:cNvSpPr txBox="1"/>
          <p:nvPr>
            <p:ph idx="5" type="subTitle"/>
          </p:nvPr>
        </p:nvSpPr>
        <p:spPr>
          <a:xfrm>
            <a:off x="4044825"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06" name="Google Shape;506;p59"/>
          <p:cNvSpPr txBox="1"/>
          <p:nvPr>
            <p:ph idx="6" type="subTitle"/>
          </p:nvPr>
        </p:nvSpPr>
        <p:spPr>
          <a:xfrm>
            <a:off x="4044825"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07" name="Google Shape;507;p59"/>
          <p:cNvSpPr txBox="1"/>
          <p:nvPr>
            <p:ph idx="7" type="subTitle"/>
          </p:nvPr>
        </p:nvSpPr>
        <p:spPr>
          <a:xfrm>
            <a:off x="6361797"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08" name="Google Shape;508;p59"/>
          <p:cNvSpPr txBox="1"/>
          <p:nvPr>
            <p:ph idx="8" type="subTitle"/>
          </p:nvPr>
        </p:nvSpPr>
        <p:spPr>
          <a:xfrm>
            <a:off x="6361797"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09" name="Google Shape;509;p59"/>
          <p:cNvSpPr/>
          <p:nvPr/>
        </p:nvSpPr>
        <p:spPr>
          <a:xfrm flipH="1">
            <a:off x="8477241" y="-639075"/>
            <a:ext cx="666759" cy="241794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9"/>
          <p:cNvSpPr/>
          <p:nvPr/>
        </p:nvSpPr>
        <p:spPr>
          <a:xfrm>
            <a:off x="7713450" y="4416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11" name="Shape 511"/>
        <p:cNvGrpSpPr/>
        <p:nvPr/>
      </p:nvGrpSpPr>
      <p:grpSpPr>
        <a:xfrm>
          <a:off x="0" y="0"/>
          <a:ext cx="0" cy="0"/>
          <a:chOff x="0" y="0"/>
          <a:chExt cx="0" cy="0"/>
        </a:xfrm>
      </p:grpSpPr>
      <p:sp>
        <p:nvSpPr>
          <p:cNvPr id="512" name="Google Shape;512;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13" name="Google Shape;513;p60"/>
          <p:cNvSpPr txBox="1"/>
          <p:nvPr>
            <p:ph idx="1" type="subTitle"/>
          </p:nvPr>
        </p:nvSpPr>
        <p:spPr>
          <a:xfrm>
            <a:off x="10713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4" name="Google Shape;514;p60"/>
          <p:cNvSpPr txBox="1"/>
          <p:nvPr>
            <p:ph idx="2" type="subTitle"/>
          </p:nvPr>
        </p:nvSpPr>
        <p:spPr>
          <a:xfrm>
            <a:off x="35829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5" name="Google Shape;515;p60"/>
          <p:cNvSpPr txBox="1"/>
          <p:nvPr>
            <p:ph idx="3" type="subTitle"/>
          </p:nvPr>
        </p:nvSpPr>
        <p:spPr>
          <a:xfrm>
            <a:off x="10713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6" name="Google Shape;516;p60"/>
          <p:cNvSpPr txBox="1"/>
          <p:nvPr>
            <p:ph idx="4" type="subTitle"/>
          </p:nvPr>
        </p:nvSpPr>
        <p:spPr>
          <a:xfrm>
            <a:off x="35829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7" name="Google Shape;517;p60"/>
          <p:cNvSpPr txBox="1"/>
          <p:nvPr>
            <p:ph idx="5" type="subTitle"/>
          </p:nvPr>
        </p:nvSpPr>
        <p:spPr>
          <a:xfrm>
            <a:off x="60945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8" name="Google Shape;518;p60"/>
          <p:cNvSpPr txBox="1"/>
          <p:nvPr>
            <p:ph idx="6" type="subTitle"/>
          </p:nvPr>
        </p:nvSpPr>
        <p:spPr>
          <a:xfrm>
            <a:off x="60945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9" name="Google Shape;519;p60"/>
          <p:cNvSpPr txBox="1"/>
          <p:nvPr>
            <p:ph idx="7" type="subTitle"/>
          </p:nvPr>
        </p:nvSpPr>
        <p:spPr>
          <a:xfrm>
            <a:off x="1071302"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0" name="Google Shape;520;p60"/>
          <p:cNvSpPr txBox="1"/>
          <p:nvPr>
            <p:ph idx="8" type="subTitle"/>
          </p:nvPr>
        </p:nvSpPr>
        <p:spPr>
          <a:xfrm>
            <a:off x="3582900"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1" name="Google Shape;521;p60"/>
          <p:cNvSpPr txBox="1"/>
          <p:nvPr>
            <p:ph idx="9" type="subTitle"/>
          </p:nvPr>
        </p:nvSpPr>
        <p:spPr>
          <a:xfrm>
            <a:off x="6094498"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2" name="Google Shape;522;p60"/>
          <p:cNvSpPr txBox="1"/>
          <p:nvPr>
            <p:ph idx="13" type="subTitle"/>
          </p:nvPr>
        </p:nvSpPr>
        <p:spPr>
          <a:xfrm>
            <a:off x="1071302"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3" name="Google Shape;523;p60"/>
          <p:cNvSpPr txBox="1"/>
          <p:nvPr>
            <p:ph idx="14" type="subTitle"/>
          </p:nvPr>
        </p:nvSpPr>
        <p:spPr>
          <a:xfrm>
            <a:off x="3582900"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4" name="Google Shape;524;p60"/>
          <p:cNvSpPr txBox="1"/>
          <p:nvPr>
            <p:ph idx="15" type="subTitle"/>
          </p:nvPr>
        </p:nvSpPr>
        <p:spPr>
          <a:xfrm>
            <a:off x="6094498"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525" name="Google Shape;525;p60"/>
          <p:cNvGrpSpPr/>
          <p:nvPr/>
        </p:nvGrpSpPr>
        <p:grpSpPr>
          <a:xfrm>
            <a:off x="5" y="581486"/>
            <a:ext cx="9143995" cy="4562014"/>
            <a:chOff x="5" y="581486"/>
            <a:chExt cx="9143995" cy="4562014"/>
          </a:xfrm>
        </p:grpSpPr>
        <p:sp>
          <p:nvSpPr>
            <p:cNvPr id="526" name="Google Shape;526;p60"/>
            <p:cNvSpPr/>
            <p:nvPr/>
          </p:nvSpPr>
          <p:spPr>
            <a:xfrm rot="5400000">
              <a:off x="-1328759" y="1910250"/>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0"/>
            <p:cNvSpPr/>
            <p:nvPr/>
          </p:nvSpPr>
          <p:spPr>
            <a:xfrm>
              <a:off x="222725" y="16776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0"/>
            <p:cNvSpPr/>
            <p:nvPr/>
          </p:nvSpPr>
          <p:spPr>
            <a:xfrm flipH="1" rot="5400000">
              <a:off x="8000980" y="4000480"/>
              <a:ext cx="1247803" cy="10382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9" name="Google Shape;529;p60"/>
          <p:cNvSpPr/>
          <p:nvPr/>
        </p:nvSpPr>
        <p:spPr>
          <a:xfrm>
            <a:off x="8430775" y="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30" name="Shape 530"/>
        <p:cNvGrpSpPr/>
        <p:nvPr/>
      </p:nvGrpSpPr>
      <p:grpSpPr>
        <a:xfrm>
          <a:off x="0" y="0"/>
          <a:ext cx="0" cy="0"/>
          <a:chOff x="0" y="0"/>
          <a:chExt cx="0" cy="0"/>
        </a:xfrm>
      </p:grpSpPr>
      <p:sp>
        <p:nvSpPr>
          <p:cNvPr id="531" name="Google Shape;531;p61"/>
          <p:cNvSpPr txBox="1"/>
          <p:nvPr>
            <p:ph hasCustomPrompt="1" type="title"/>
          </p:nvPr>
        </p:nvSpPr>
        <p:spPr>
          <a:xfrm>
            <a:off x="713225" y="638350"/>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2" name="Google Shape;532;p61"/>
          <p:cNvSpPr txBox="1"/>
          <p:nvPr>
            <p:ph idx="1" type="subTitle"/>
          </p:nvPr>
        </p:nvSpPr>
        <p:spPr>
          <a:xfrm>
            <a:off x="713225" y="1311342"/>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533" name="Google Shape;533;p61"/>
          <p:cNvSpPr txBox="1"/>
          <p:nvPr>
            <p:ph hasCustomPrompt="1" idx="2" type="title"/>
          </p:nvPr>
        </p:nvSpPr>
        <p:spPr>
          <a:xfrm>
            <a:off x="713225" y="2037962"/>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4" name="Google Shape;534;p61"/>
          <p:cNvSpPr txBox="1"/>
          <p:nvPr>
            <p:ph idx="3" type="subTitle"/>
          </p:nvPr>
        </p:nvSpPr>
        <p:spPr>
          <a:xfrm>
            <a:off x="713225" y="2710975"/>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535" name="Google Shape;535;p61"/>
          <p:cNvSpPr txBox="1"/>
          <p:nvPr>
            <p:ph hasCustomPrompt="1" idx="4" type="title"/>
          </p:nvPr>
        </p:nvSpPr>
        <p:spPr>
          <a:xfrm>
            <a:off x="713225" y="3437549"/>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6" name="Google Shape;536;p61"/>
          <p:cNvSpPr txBox="1"/>
          <p:nvPr>
            <p:ph idx="5" type="subTitle"/>
          </p:nvPr>
        </p:nvSpPr>
        <p:spPr>
          <a:xfrm>
            <a:off x="713225" y="4110573"/>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537" name="Google Shape;537;p61"/>
          <p:cNvSpPr/>
          <p:nvPr/>
        </p:nvSpPr>
        <p:spPr>
          <a:xfrm>
            <a:off x="-1544750" y="4189050"/>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1"/>
          <p:cNvSpPr/>
          <p:nvPr/>
        </p:nvSpPr>
        <p:spPr>
          <a:xfrm rot="6017970">
            <a:off x="-3094814" y="-661552"/>
            <a:ext cx="3922591" cy="3368691"/>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39" name="Shape 539"/>
        <p:cNvGrpSpPr/>
        <p:nvPr/>
      </p:nvGrpSpPr>
      <p:grpSpPr>
        <a:xfrm>
          <a:off x="0" y="0"/>
          <a:ext cx="0" cy="0"/>
          <a:chOff x="0" y="0"/>
          <a:chExt cx="0" cy="0"/>
        </a:xfrm>
      </p:grpSpPr>
      <p:sp>
        <p:nvSpPr>
          <p:cNvPr id="540" name="Google Shape;540;p62"/>
          <p:cNvSpPr txBox="1"/>
          <p:nvPr>
            <p:ph hasCustomPrompt="1" type="title"/>
          </p:nvPr>
        </p:nvSpPr>
        <p:spPr>
          <a:xfrm>
            <a:off x="2001750" y="2878014"/>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41" name="Google Shape;541;p62"/>
          <p:cNvSpPr txBox="1"/>
          <p:nvPr>
            <p:ph idx="1" type="subTitle"/>
          </p:nvPr>
        </p:nvSpPr>
        <p:spPr>
          <a:xfrm>
            <a:off x="4697687" y="149158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42" name="Google Shape;542;p62"/>
          <p:cNvSpPr txBox="1"/>
          <p:nvPr>
            <p:ph idx="2" type="subTitle"/>
          </p:nvPr>
        </p:nvSpPr>
        <p:spPr>
          <a:xfrm>
            <a:off x="4697687" y="116832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543" name="Google Shape;543;p62"/>
          <p:cNvSpPr txBox="1"/>
          <p:nvPr>
            <p:ph hasCustomPrompt="1" idx="3" type="title"/>
          </p:nvPr>
        </p:nvSpPr>
        <p:spPr>
          <a:xfrm>
            <a:off x="2002338" y="1648846"/>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44" name="Google Shape;544;p62"/>
          <p:cNvSpPr txBox="1"/>
          <p:nvPr>
            <p:ph idx="4" type="subTitle"/>
          </p:nvPr>
        </p:nvSpPr>
        <p:spPr>
          <a:xfrm>
            <a:off x="4697685" y="2729830"/>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45" name="Google Shape;545;p62"/>
          <p:cNvSpPr txBox="1"/>
          <p:nvPr>
            <p:ph idx="5" type="subTitle"/>
          </p:nvPr>
        </p:nvSpPr>
        <p:spPr>
          <a:xfrm>
            <a:off x="4697681" y="2406570"/>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546" name="Google Shape;546;p62"/>
          <p:cNvSpPr txBox="1"/>
          <p:nvPr>
            <p:ph hasCustomPrompt="1" idx="6" type="title"/>
          </p:nvPr>
        </p:nvSpPr>
        <p:spPr>
          <a:xfrm>
            <a:off x="2002350" y="4113728"/>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47" name="Google Shape;547;p62"/>
          <p:cNvSpPr txBox="1"/>
          <p:nvPr>
            <p:ph idx="7" type="subTitle"/>
          </p:nvPr>
        </p:nvSpPr>
        <p:spPr>
          <a:xfrm>
            <a:off x="4697683" y="396807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48" name="Google Shape;548;p62"/>
          <p:cNvSpPr txBox="1"/>
          <p:nvPr>
            <p:ph idx="8" type="subTitle"/>
          </p:nvPr>
        </p:nvSpPr>
        <p:spPr>
          <a:xfrm>
            <a:off x="4697675" y="364481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549" name="Google Shape;549;p62"/>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550" name="Google Shape;550;p62"/>
          <p:cNvGrpSpPr/>
          <p:nvPr/>
        </p:nvGrpSpPr>
        <p:grpSpPr>
          <a:xfrm>
            <a:off x="-9525" y="11"/>
            <a:ext cx="9163050" cy="5153037"/>
            <a:chOff x="-9525" y="11"/>
            <a:chExt cx="9163050" cy="5153037"/>
          </a:xfrm>
        </p:grpSpPr>
        <p:grpSp>
          <p:nvGrpSpPr>
            <p:cNvPr id="551" name="Google Shape;551;p62"/>
            <p:cNvGrpSpPr/>
            <p:nvPr/>
          </p:nvGrpSpPr>
          <p:grpSpPr>
            <a:xfrm>
              <a:off x="-9525" y="2709275"/>
              <a:ext cx="1558778" cy="2443773"/>
              <a:chOff x="-9525" y="2709275"/>
              <a:chExt cx="1558778" cy="2443773"/>
            </a:xfrm>
          </p:grpSpPr>
          <p:sp>
            <p:nvSpPr>
              <p:cNvPr id="552" name="Google Shape;552;p62"/>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2"/>
              <p:cNvSpPr/>
              <p:nvPr/>
            </p:nvSpPr>
            <p:spPr>
              <a:xfrm>
                <a:off x="153150" y="27092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4" name="Google Shape;554;p62"/>
            <p:cNvSpPr/>
            <p:nvPr/>
          </p:nvSpPr>
          <p:spPr>
            <a:xfrm flipH="1" rot="-5400000">
              <a:off x="7339961" y="13287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5" name="Google Shape;555;p62"/>
          <p:cNvSpPr/>
          <p:nvPr/>
        </p:nvSpPr>
        <p:spPr>
          <a:xfrm>
            <a:off x="8230425" y="411372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56" name="Shape 556"/>
        <p:cNvGrpSpPr/>
        <p:nvPr/>
      </p:nvGrpSpPr>
      <p:grpSpPr>
        <a:xfrm>
          <a:off x="0" y="0"/>
          <a:ext cx="0" cy="0"/>
          <a:chOff x="0" y="0"/>
          <a:chExt cx="0" cy="0"/>
        </a:xfrm>
      </p:grpSpPr>
      <p:sp>
        <p:nvSpPr>
          <p:cNvPr id="557" name="Google Shape;557;p63"/>
          <p:cNvSpPr txBox="1"/>
          <p:nvPr>
            <p:ph type="title"/>
          </p:nvPr>
        </p:nvSpPr>
        <p:spPr>
          <a:xfrm>
            <a:off x="3971525" y="694000"/>
            <a:ext cx="4459500" cy="910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58" name="Google Shape;558;p63"/>
          <p:cNvSpPr txBox="1"/>
          <p:nvPr>
            <p:ph idx="1" type="subTitle"/>
          </p:nvPr>
        </p:nvSpPr>
        <p:spPr>
          <a:xfrm>
            <a:off x="3971525" y="1694148"/>
            <a:ext cx="4459500" cy="1203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9" name="Google Shape;559;p63"/>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3"/>
          <p:cNvSpPr/>
          <p:nvPr/>
        </p:nvSpPr>
        <p:spPr>
          <a:xfrm rot="-4279404">
            <a:off x="4085679" y="-2957230"/>
            <a:ext cx="3922572" cy="3368674"/>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1" name="Google Shape;561;p63"/>
          <p:cNvGrpSpPr/>
          <p:nvPr/>
        </p:nvGrpSpPr>
        <p:grpSpPr>
          <a:xfrm rot="-2700000">
            <a:off x="8327828" y="3887114"/>
            <a:ext cx="1454433" cy="1280500"/>
            <a:chOff x="5917100" y="2092158"/>
            <a:chExt cx="1102175" cy="970367"/>
          </a:xfrm>
        </p:grpSpPr>
        <p:sp>
          <p:nvSpPr>
            <p:cNvPr id="562" name="Google Shape;562;p63"/>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3"/>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3"/>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3"/>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3"/>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3"/>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 name="Google Shape;568;p63"/>
          <p:cNvSpPr txBox="1"/>
          <p:nvPr/>
        </p:nvSpPr>
        <p:spPr>
          <a:xfrm>
            <a:off x="3971525" y="3758375"/>
            <a:ext cx="4459500" cy="2922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None/>
            </a:pPr>
            <a:r>
              <a:rPr lang="en" sz="1000">
                <a:solidFill>
                  <a:schemeClr val="dk1"/>
                </a:solidFill>
                <a:latin typeface="Be Vietnam Pro"/>
                <a:ea typeface="Be Vietnam Pro"/>
                <a:cs typeface="Be Vietnam Pro"/>
                <a:sym typeface="Be Vietnam Pro"/>
              </a:rPr>
              <a:t>CREDITS: This presentation template was created by </a:t>
            </a:r>
            <a:r>
              <a:rPr b="1" lang="en" sz="1000" u="sng">
                <a:solidFill>
                  <a:schemeClr val="dk1"/>
                </a:solidFill>
                <a:latin typeface="Be Vietnam Pro"/>
                <a:ea typeface="Be Vietnam Pro"/>
                <a:cs typeface="Be Vietnam Pro"/>
                <a:sym typeface="Be Vietnam Pro"/>
                <a:hlinkClick r:id="rId2">
                  <a:extLst>
                    <a:ext uri="{A12FA001-AC4F-418D-AE19-62706E023703}">
                      <ahyp:hlinkClr val="tx"/>
                    </a:ext>
                  </a:extLst>
                </a:hlinkClick>
              </a:rPr>
              <a:t>Slidesgo</a:t>
            </a:r>
            <a:r>
              <a:rPr lang="en" sz="1000">
                <a:solidFill>
                  <a:schemeClr val="dk1"/>
                </a:solidFill>
                <a:latin typeface="Be Vietnam Pro"/>
                <a:ea typeface="Be Vietnam Pro"/>
                <a:cs typeface="Be Vietnam Pro"/>
                <a:sym typeface="Be Vietnam Pro"/>
              </a:rPr>
              <a:t>, and includes icons by </a:t>
            </a:r>
            <a:r>
              <a:rPr b="1" lang="en" sz="1000" u="sng">
                <a:solidFill>
                  <a:schemeClr val="dk1"/>
                </a:solidFill>
                <a:latin typeface="Be Vietnam Pro"/>
                <a:ea typeface="Be Vietnam Pro"/>
                <a:cs typeface="Be Vietnam Pro"/>
                <a:sym typeface="Be Vietnam Pro"/>
                <a:hlinkClick r:id="rId3">
                  <a:extLst>
                    <a:ext uri="{A12FA001-AC4F-418D-AE19-62706E023703}">
                      <ahyp:hlinkClr val="tx"/>
                    </a:ext>
                  </a:extLst>
                </a:hlinkClick>
              </a:rPr>
              <a:t>Flaticon</a:t>
            </a:r>
            <a:r>
              <a:rPr lang="en" sz="1000">
                <a:solidFill>
                  <a:schemeClr val="dk1"/>
                </a:solidFill>
                <a:latin typeface="Be Vietnam Pro"/>
                <a:ea typeface="Be Vietnam Pro"/>
                <a:cs typeface="Be Vietnam Pro"/>
                <a:sym typeface="Be Vietnam Pro"/>
              </a:rPr>
              <a:t> and infographics &amp; images by </a:t>
            </a:r>
            <a:r>
              <a:rPr b="1" lang="en" sz="1000" u="sng">
                <a:solidFill>
                  <a:schemeClr val="dk1"/>
                </a:solidFill>
                <a:latin typeface="Be Vietnam Pro"/>
                <a:ea typeface="Be Vietnam Pro"/>
                <a:cs typeface="Be Vietnam Pro"/>
                <a:sym typeface="Be Vietnam Pro"/>
                <a:hlinkClick r:id="rId4">
                  <a:extLst>
                    <a:ext uri="{A12FA001-AC4F-418D-AE19-62706E023703}">
                      <ahyp:hlinkClr val="tx"/>
                    </a:ext>
                  </a:extLst>
                </a:hlinkClick>
              </a:rPr>
              <a:t>Freepik</a:t>
            </a:r>
            <a:endParaRPr b="1" sz="1000" u="sng">
              <a:solidFill>
                <a:schemeClr val="dk1"/>
              </a:solidFill>
              <a:latin typeface="Be Vietnam Pro"/>
              <a:ea typeface="Be Vietnam Pro"/>
              <a:cs typeface="Be Vietnam Pro"/>
              <a:sym typeface="Be Vietnam Pro"/>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69" name="Shape 569"/>
        <p:cNvGrpSpPr/>
        <p:nvPr/>
      </p:nvGrpSpPr>
      <p:grpSpPr>
        <a:xfrm>
          <a:off x="0" y="0"/>
          <a:ext cx="0" cy="0"/>
          <a:chOff x="0" y="0"/>
          <a:chExt cx="0" cy="0"/>
        </a:xfrm>
      </p:grpSpPr>
      <p:grpSp>
        <p:nvGrpSpPr>
          <p:cNvPr id="570" name="Google Shape;570;p64"/>
          <p:cNvGrpSpPr/>
          <p:nvPr/>
        </p:nvGrpSpPr>
        <p:grpSpPr>
          <a:xfrm rot="-3841284">
            <a:off x="31098" y="3763536"/>
            <a:ext cx="1454351" cy="1280427"/>
            <a:chOff x="5917100" y="2092158"/>
            <a:chExt cx="1102175" cy="970367"/>
          </a:xfrm>
        </p:grpSpPr>
        <p:sp>
          <p:nvSpPr>
            <p:cNvPr id="571" name="Google Shape;571;p64"/>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4"/>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4"/>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4"/>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4"/>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4"/>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64"/>
          <p:cNvGrpSpPr/>
          <p:nvPr/>
        </p:nvGrpSpPr>
        <p:grpSpPr>
          <a:xfrm>
            <a:off x="-76205" y="-76198"/>
            <a:ext cx="1818296" cy="2255930"/>
            <a:chOff x="-76205" y="-76198"/>
            <a:chExt cx="1818296" cy="2255930"/>
          </a:xfrm>
        </p:grpSpPr>
        <p:sp>
          <p:nvSpPr>
            <p:cNvPr id="578" name="Google Shape;578;p64"/>
            <p:cNvSpPr/>
            <p:nvPr/>
          </p:nvSpPr>
          <p:spPr>
            <a:xfrm>
              <a:off x="-76205" y="-76198"/>
              <a:ext cx="1818296" cy="2255930"/>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4"/>
            <p:cNvSpPr/>
            <p:nvPr/>
          </p:nvSpPr>
          <p:spPr>
            <a:xfrm>
              <a:off x="463125" y="17061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80" name="Shape 580"/>
        <p:cNvGrpSpPr/>
        <p:nvPr/>
      </p:nvGrpSpPr>
      <p:grpSpPr>
        <a:xfrm>
          <a:off x="0" y="0"/>
          <a:ext cx="0" cy="0"/>
          <a:chOff x="0" y="0"/>
          <a:chExt cx="0" cy="0"/>
        </a:xfrm>
      </p:grpSpPr>
      <p:sp>
        <p:nvSpPr>
          <p:cNvPr id="581" name="Google Shape;581;p65"/>
          <p:cNvSpPr/>
          <p:nvPr/>
        </p:nvSpPr>
        <p:spPr>
          <a:xfrm>
            <a:off x="8075500" y="31523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5"/>
          <p:cNvSpPr/>
          <p:nvPr/>
        </p:nvSpPr>
        <p:spPr>
          <a:xfrm>
            <a:off x="6534975" y="3273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583" name="Shape 583"/>
        <p:cNvGrpSpPr/>
        <p:nvPr/>
      </p:nvGrpSpPr>
      <p:grpSpPr>
        <a:xfrm>
          <a:off x="0" y="0"/>
          <a:ext cx="0" cy="0"/>
          <a:chOff x="0" y="0"/>
          <a:chExt cx="0" cy="0"/>
        </a:xfrm>
      </p:grpSpPr>
      <p:grpSp>
        <p:nvGrpSpPr>
          <p:cNvPr id="584" name="Google Shape;584;p66"/>
          <p:cNvGrpSpPr/>
          <p:nvPr/>
        </p:nvGrpSpPr>
        <p:grpSpPr>
          <a:xfrm>
            <a:off x="2794889" y="-133343"/>
            <a:ext cx="3554222" cy="1347930"/>
            <a:chOff x="2472250" y="-133343"/>
            <a:chExt cx="3554222" cy="1347930"/>
          </a:xfrm>
        </p:grpSpPr>
        <p:sp>
          <p:nvSpPr>
            <p:cNvPr id="585" name="Google Shape;585;p66"/>
            <p:cNvSpPr/>
            <p:nvPr/>
          </p:nvSpPr>
          <p:spPr>
            <a:xfrm>
              <a:off x="2472250" y="-133343"/>
              <a:ext cx="3554222" cy="1170202"/>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6"/>
            <p:cNvSpPr/>
            <p:nvPr/>
          </p:nvSpPr>
          <p:spPr>
            <a:xfrm>
              <a:off x="3429750" y="818888"/>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0" name="Shape 590"/>
        <p:cNvGrpSpPr/>
        <p:nvPr/>
      </p:nvGrpSpPr>
      <p:grpSpPr>
        <a:xfrm>
          <a:off x="0" y="0"/>
          <a:ext cx="0" cy="0"/>
          <a:chOff x="0" y="0"/>
          <a:chExt cx="0" cy="0"/>
        </a:xfrm>
      </p:grpSpPr>
      <p:sp>
        <p:nvSpPr>
          <p:cNvPr id="591" name="Google Shape;591;p68"/>
          <p:cNvSpPr txBox="1"/>
          <p:nvPr>
            <p:ph type="ctrTitle"/>
          </p:nvPr>
        </p:nvSpPr>
        <p:spPr>
          <a:xfrm>
            <a:off x="713225" y="1508475"/>
            <a:ext cx="4113900" cy="1610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92" name="Google Shape;592;p68"/>
          <p:cNvSpPr txBox="1"/>
          <p:nvPr>
            <p:ph idx="1" type="subTitle"/>
          </p:nvPr>
        </p:nvSpPr>
        <p:spPr>
          <a:xfrm>
            <a:off x="713225" y="3159225"/>
            <a:ext cx="41139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93" name="Google Shape;593;p68"/>
          <p:cNvGrpSpPr/>
          <p:nvPr/>
        </p:nvGrpSpPr>
        <p:grpSpPr>
          <a:xfrm rot="1586796">
            <a:off x="-13996" y="143600"/>
            <a:ext cx="1454426" cy="1280493"/>
            <a:chOff x="5917100" y="2092158"/>
            <a:chExt cx="1102175" cy="970367"/>
          </a:xfrm>
        </p:grpSpPr>
        <p:sp>
          <p:nvSpPr>
            <p:cNvPr id="594" name="Google Shape;594;p68"/>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8"/>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8"/>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8"/>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8"/>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8"/>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68"/>
          <p:cNvGrpSpPr/>
          <p:nvPr/>
        </p:nvGrpSpPr>
        <p:grpSpPr>
          <a:xfrm>
            <a:off x="0" y="2687325"/>
            <a:ext cx="1558778" cy="2456198"/>
            <a:chOff x="0" y="2687325"/>
            <a:chExt cx="1558778" cy="2456198"/>
          </a:xfrm>
        </p:grpSpPr>
        <p:sp>
          <p:nvSpPr>
            <p:cNvPr id="601" name="Google Shape;601;p68"/>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8"/>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 name="Google Shape;603;p68"/>
          <p:cNvSpPr/>
          <p:nvPr/>
        </p:nvSpPr>
        <p:spPr>
          <a:xfrm>
            <a:off x="-446850" y="42641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4" name="Shape 604"/>
        <p:cNvGrpSpPr/>
        <p:nvPr/>
      </p:nvGrpSpPr>
      <p:grpSpPr>
        <a:xfrm>
          <a:off x="0" y="0"/>
          <a:ext cx="0" cy="0"/>
          <a:chOff x="0" y="0"/>
          <a:chExt cx="0" cy="0"/>
        </a:xfrm>
      </p:grpSpPr>
      <p:sp>
        <p:nvSpPr>
          <p:cNvPr id="605" name="Google Shape;605;p69"/>
          <p:cNvSpPr txBox="1"/>
          <p:nvPr>
            <p:ph type="title"/>
          </p:nvPr>
        </p:nvSpPr>
        <p:spPr>
          <a:xfrm>
            <a:off x="3821325" y="2423475"/>
            <a:ext cx="4609500" cy="7926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6" name="Google Shape;606;p69"/>
          <p:cNvSpPr txBox="1"/>
          <p:nvPr>
            <p:ph hasCustomPrompt="1" idx="2" type="title"/>
          </p:nvPr>
        </p:nvSpPr>
        <p:spPr>
          <a:xfrm>
            <a:off x="7276975" y="1482534"/>
            <a:ext cx="11538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07" name="Google Shape;607;p69"/>
          <p:cNvSpPr txBox="1"/>
          <p:nvPr>
            <p:ph idx="1" type="subTitle"/>
          </p:nvPr>
        </p:nvSpPr>
        <p:spPr>
          <a:xfrm>
            <a:off x="3821325" y="3214526"/>
            <a:ext cx="46095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08" name="Google Shape;608;p69"/>
          <p:cNvGrpSpPr/>
          <p:nvPr/>
        </p:nvGrpSpPr>
        <p:grpSpPr>
          <a:xfrm>
            <a:off x="7891425" y="1"/>
            <a:ext cx="1252576" cy="1567250"/>
            <a:chOff x="7891425" y="1"/>
            <a:chExt cx="1252576" cy="1567250"/>
          </a:xfrm>
        </p:grpSpPr>
        <p:sp>
          <p:nvSpPr>
            <p:cNvPr id="609" name="Google Shape;609;p69"/>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9"/>
            <p:cNvSpPr/>
            <p:nvPr/>
          </p:nvSpPr>
          <p:spPr>
            <a:xfrm>
              <a:off x="7891425" y="193450"/>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1" name="Shape 611"/>
        <p:cNvGrpSpPr/>
        <p:nvPr/>
      </p:nvGrpSpPr>
      <p:grpSpPr>
        <a:xfrm>
          <a:off x="0" y="0"/>
          <a:ext cx="0" cy="0"/>
          <a:chOff x="0" y="0"/>
          <a:chExt cx="0" cy="0"/>
        </a:xfrm>
      </p:grpSpPr>
      <p:sp>
        <p:nvSpPr>
          <p:cNvPr id="612" name="Google Shape;612;p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13" name="Google Shape;613;p70"/>
          <p:cNvSpPr txBox="1"/>
          <p:nvPr>
            <p:ph idx="1" type="body"/>
          </p:nvPr>
        </p:nvSpPr>
        <p:spPr>
          <a:xfrm>
            <a:off x="720000" y="1187475"/>
            <a:ext cx="2770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614" name="Google Shape;614;p70"/>
          <p:cNvSpPr/>
          <p:nvPr/>
        </p:nvSpPr>
        <p:spPr>
          <a:xfrm flipH="1">
            <a:off x="8430773" y="2945775"/>
            <a:ext cx="789426" cy="235733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5" name="Google Shape;615;p70"/>
          <p:cNvGrpSpPr/>
          <p:nvPr/>
        </p:nvGrpSpPr>
        <p:grpSpPr>
          <a:xfrm>
            <a:off x="-6" y="-57775"/>
            <a:ext cx="1343051" cy="2012425"/>
            <a:chOff x="-6" y="-57775"/>
            <a:chExt cx="1343051" cy="2012425"/>
          </a:xfrm>
        </p:grpSpPr>
        <p:sp>
          <p:nvSpPr>
            <p:cNvPr id="616" name="Google Shape;616;p70"/>
            <p:cNvSpPr/>
            <p:nvPr/>
          </p:nvSpPr>
          <p:spPr>
            <a:xfrm>
              <a:off x="-6" y="-57775"/>
              <a:ext cx="1343051" cy="1858013"/>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0"/>
            <p:cNvSpPr/>
            <p:nvPr/>
          </p:nvSpPr>
          <p:spPr>
            <a:xfrm>
              <a:off x="163600" y="1558950"/>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8" name="Google Shape;618;p70"/>
          <p:cNvSpPr/>
          <p:nvPr/>
        </p:nvSpPr>
        <p:spPr>
          <a:xfrm>
            <a:off x="1429575" y="46040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9" name="Shape 619"/>
        <p:cNvGrpSpPr/>
        <p:nvPr/>
      </p:nvGrpSpPr>
      <p:grpSpPr>
        <a:xfrm>
          <a:off x="0" y="0"/>
          <a:ext cx="0" cy="0"/>
          <a:chOff x="0" y="0"/>
          <a:chExt cx="0" cy="0"/>
        </a:xfrm>
      </p:grpSpPr>
      <p:sp>
        <p:nvSpPr>
          <p:cNvPr id="620" name="Google Shape;620;p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21" name="Google Shape;621;p71"/>
          <p:cNvSpPr txBox="1"/>
          <p:nvPr>
            <p:ph idx="1" type="subTitle"/>
          </p:nvPr>
        </p:nvSpPr>
        <p:spPr>
          <a:xfrm>
            <a:off x="5055280"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2" name="Google Shape;622;p71"/>
          <p:cNvSpPr txBox="1"/>
          <p:nvPr>
            <p:ph idx="2" type="subTitle"/>
          </p:nvPr>
        </p:nvSpPr>
        <p:spPr>
          <a:xfrm>
            <a:off x="1583188"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3" name="Google Shape;623;p71"/>
          <p:cNvSpPr txBox="1"/>
          <p:nvPr>
            <p:ph idx="3" type="subTitle"/>
          </p:nvPr>
        </p:nvSpPr>
        <p:spPr>
          <a:xfrm>
            <a:off x="5055280"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4" name="Google Shape;624;p71"/>
          <p:cNvSpPr txBox="1"/>
          <p:nvPr>
            <p:ph idx="4" type="subTitle"/>
          </p:nvPr>
        </p:nvSpPr>
        <p:spPr>
          <a:xfrm>
            <a:off x="1583188"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625" name="Google Shape;625;p71"/>
          <p:cNvGrpSpPr/>
          <p:nvPr/>
        </p:nvGrpSpPr>
        <p:grpSpPr>
          <a:xfrm flipH="1" rot="4252875">
            <a:off x="-462158" y="3843033"/>
            <a:ext cx="1454415" cy="1280483"/>
            <a:chOff x="5917100" y="2092158"/>
            <a:chExt cx="1102175" cy="970367"/>
          </a:xfrm>
        </p:grpSpPr>
        <p:sp>
          <p:nvSpPr>
            <p:cNvPr id="626" name="Google Shape;626;p71"/>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1"/>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71"/>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1"/>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71"/>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71"/>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2" name="Google Shape;632;p71"/>
          <p:cNvSpPr/>
          <p:nvPr/>
        </p:nvSpPr>
        <p:spPr>
          <a:xfrm>
            <a:off x="7925625" y="-148520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71"/>
          <p:cNvGrpSpPr/>
          <p:nvPr/>
        </p:nvGrpSpPr>
        <p:grpSpPr>
          <a:xfrm>
            <a:off x="0" y="0"/>
            <a:ext cx="9220200" cy="5219696"/>
            <a:chOff x="0" y="0"/>
            <a:chExt cx="9220200" cy="5219696"/>
          </a:xfrm>
        </p:grpSpPr>
        <p:grpSp>
          <p:nvGrpSpPr>
            <p:cNvPr id="634" name="Google Shape;634;p71"/>
            <p:cNvGrpSpPr/>
            <p:nvPr/>
          </p:nvGrpSpPr>
          <p:grpSpPr>
            <a:xfrm>
              <a:off x="0" y="0"/>
              <a:ext cx="1558778" cy="2416275"/>
              <a:chOff x="0" y="0"/>
              <a:chExt cx="1558778" cy="2416275"/>
            </a:xfrm>
          </p:grpSpPr>
          <p:sp>
            <p:nvSpPr>
              <p:cNvPr id="635" name="Google Shape;635;p71"/>
              <p:cNvSpPr/>
              <p:nvPr/>
            </p:nvSpPr>
            <p:spPr>
              <a:xfrm flipH="1" rot="10800000">
                <a:off x="0" y="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1"/>
              <p:cNvSpPr/>
              <p:nvPr/>
            </p:nvSpPr>
            <p:spPr>
              <a:xfrm>
                <a:off x="67425" y="202057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 name="Google Shape;637;p71"/>
            <p:cNvSpPr/>
            <p:nvPr/>
          </p:nvSpPr>
          <p:spPr>
            <a:xfrm rot="10800000">
              <a:off x="7762898" y="2695559"/>
              <a:ext cx="1457301" cy="25241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8" name="Shape 638"/>
        <p:cNvGrpSpPr/>
        <p:nvPr/>
      </p:nvGrpSpPr>
      <p:grpSpPr>
        <a:xfrm>
          <a:off x="0" y="0"/>
          <a:ext cx="0" cy="0"/>
          <a:chOff x="0" y="0"/>
          <a:chExt cx="0" cy="0"/>
        </a:xfrm>
      </p:grpSpPr>
      <p:sp>
        <p:nvSpPr>
          <p:cNvPr id="639" name="Google Shape;639;p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640" name="Google Shape;640;p72"/>
          <p:cNvGrpSpPr/>
          <p:nvPr/>
        </p:nvGrpSpPr>
        <p:grpSpPr>
          <a:xfrm>
            <a:off x="2" y="1"/>
            <a:ext cx="9191623" cy="4895872"/>
            <a:chOff x="2" y="1"/>
            <a:chExt cx="9191623" cy="4895872"/>
          </a:xfrm>
        </p:grpSpPr>
        <p:grpSp>
          <p:nvGrpSpPr>
            <p:cNvPr id="641" name="Google Shape;641;p72"/>
            <p:cNvGrpSpPr/>
            <p:nvPr/>
          </p:nvGrpSpPr>
          <p:grpSpPr>
            <a:xfrm>
              <a:off x="2" y="1"/>
              <a:ext cx="9191623" cy="4895872"/>
              <a:chOff x="2" y="1"/>
              <a:chExt cx="9191623" cy="4895872"/>
            </a:xfrm>
          </p:grpSpPr>
          <p:sp>
            <p:nvSpPr>
              <p:cNvPr id="642" name="Google Shape;642;p72"/>
              <p:cNvSpPr/>
              <p:nvPr/>
            </p:nvSpPr>
            <p:spPr>
              <a:xfrm flipH="1">
                <a:off x="8543928" y="1904100"/>
                <a:ext cx="647697" cy="2991773"/>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72"/>
              <p:cNvSpPr/>
              <p:nvPr/>
            </p:nvSpPr>
            <p:spPr>
              <a:xfrm flipH="1">
                <a:off x="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72"/>
            <p:cNvSpPr/>
            <p:nvPr/>
          </p:nvSpPr>
          <p:spPr>
            <a:xfrm>
              <a:off x="8669925" y="200175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72"/>
          <p:cNvSpPr/>
          <p:nvPr/>
        </p:nvSpPr>
        <p:spPr>
          <a:xfrm rot="7432487">
            <a:off x="1805773" y="4662469"/>
            <a:ext cx="3922632" cy="336872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6" name="Shape 646"/>
        <p:cNvGrpSpPr/>
        <p:nvPr/>
      </p:nvGrpSpPr>
      <p:grpSpPr>
        <a:xfrm>
          <a:off x="0" y="0"/>
          <a:ext cx="0" cy="0"/>
          <a:chOff x="0" y="0"/>
          <a:chExt cx="0" cy="0"/>
        </a:xfrm>
      </p:grpSpPr>
      <p:sp>
        <p:nvSpPr>
          <p:cNvPr id="647" name="Google Shape;647;p73"/>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648" name="Google Shape;648;p73"/>
          <p:cNvGrpSpPr/>
          <p:nvPr/>
        </p:nvGrpSpPr>
        <p:grpSpPr>
          <a:xfrm>
            <a:off x="-5" y="-45596"/>
            <a:ext cx="9198312" cy="5189097"/>
            <a:chOff x="-5" y="-45596"/>
            <a:chExt cx="9198312" cy="5189097"/>
          </a:xfrm>
        </p:grpSpPr>
        <p:sp>
          <p:nvSpPr>
            <p:cNvPr id="649" name="Google Shape;649;p73"/>
            <p:cNvSpPr/>
            <p:nvPr/>
          </p:nvSpPr>
          <p:spPr>
            <a:xfrm flipH="1" rot="10800000">
              <a:off x="-5" y="3505185"/>
              <a:ext cx="1514484" cy="1638316"/>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73"/>
            <p:cNvSpPr/>
            <p:nvPr/>
          </p:nvSpPr>
          <p:spPr>
            <a:xfrm>
              <a:off x="58825" y="326392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3"/>
            <p:cNvSpPr/>
            <p:nvPr/>
          </p:nvSpPr>
          <p:spPr>
            <a:xfrm>
              <a:off x="5610225" y="-45596"/>
              <a:ext cx="3588082" cy="490624"/>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2" name="Google Shape;652;p73"/>
          <p:cNvSpPr txBox="1"/>
          <p:nvPr>
            <p:ph idx="1" type="body"/>
          </p:nvPr>
        </p:nvSpPr>
        <p:spPr>
          <a:xfrm>
            <a:off x="720000" y="1751700"/>
            <a:ext cx="4121700" cy="2145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3" name="Shape 653"/>
        <p:cNvGrpSpPr/>
        <p:nvPr/>
      </p:nvGrpSpPr>
      <p:grpSpPr>
        <a:xfrm>
          <a:off x="0" y="0"/>
          <a:ext cx="0" cy="0"/>
          <a:chOff x="0" y="0"/>
          <a:chExt cx="0" cy="0"/>
        </a:xfrm>
      </p:grpSpPr>
      <p:sp>
        <p:nvSpPr>
          <p:cNvPr id="654" name="Google Shape;654;p74"/>
          <p:cNvSpPr txBox="1"/>
          <p:nvPr>
            <p:ph type="title"/>
          </p:nvPr>
        </p:nvSpPr>
        <p:spPr>
          <a:xfrm>
            <a:off x="1768500" y="1516200"/>
            <a:ext cx="5607000" cy="21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5" name="Shape 655"/>
        <p:cNvGrpSpPr/>
        <p:nvPr/>
      </p:nvGrpSpPr>
      <p:grpSpPr>
        <a:xfrm>
          <a:off x="0" y="0"/>
          <a:ext cx="0" cy="0"/>
          <a:chOff x="0" y="0"/>
          <a:chExt cx="0" cy="0"/>
        </a:xfrm>
      </p:grpSpPr>
      <p:sp>
        <p:nvSpPr>
          <p:cNvPr id="656" name="Google Shape;656;p75"/>
          <p:cNvSpPr txBox="1"/>
          <p:nvPr>
            <p:ph type="title"/>
          </p:nvPr>
        </p:nvSpPr>
        <p:spPr>
          <a:xfrm>
            <a:off x="2135550" y="1595175"/>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sz="65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
        <p:nvSpPr>
          <p:cNvPr id="657" name="Google Shape;657;p75"/>
          <p:cNvSpPr txBox="1"/>
          <p:nvPr>
            <p:ph idx="1" type="subTitle"/>
          </p:nvPr>
        </p:nvSpPr>
        <p:spPr>
          <a:xfrm>
            <a:off x="2135550" y="2756615"/>
            <a:ext cx="4872900" cy="79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8" name="Shape 658"/>
        <p:cNvGrpSpPr/>
        <p:nvPr/>
      </p:nvGrpSpPr>
      <p:grpSpPr>
        <a:xfrm>
          <a:off x="0" y="0"/>
          <a:ext cx="0" cy="0"/>
          <a:chOff x="0" y="0"/>
          <a:chExt cx="0" cy="0"/>
        </a:xfrm>
      </p:grpSpPr>
      <p:sp>
        <p:nvSpPr>
          <p:cNvPr id="659" name="Google Shape;659;p76"/>
          <p:cNvSpPr/>
          <p:nvPr>
            <p:ph idx="2" type="pic"/>
          </p:nvPr>
        </p:nvSpPr>
        <p:spPr>
          <a:xfrm>
            <a:off x="-25" y="-13725"/>
            <a:ext cx="9144000" cy="5157300"/>
          </a:xfrm>
          <a:prstGeom prst="rect">
            <a:avLst/>
          </a:prstGeom>
          <a:noFill/>
          <a:ln>
            <a:noFill/>
          </a:ln>
        </p:spPr>
      </p:sp>
      <p:sp>
        <p:nvSpPr>
          <p:cNvPr id="660" name="Google Shape;660;p76"/>
          <p:cNvSpPr txBox="1"/>
          <p:nvPr>
            <p:ph type="title"/>
          </p:nvPr>
        </p:nvSpPr>
        <p:spPr>
          <a:xfrm>
            <a:off x="720000" y="3445500"/>
            <a:ext cx="3616800" cy="11418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1" name="Shape 661"/>
        <p:cNvGrpSpPr/>
        <p:nvPr/>
      </p:nvGrpSpPr>
      <p:grpSpPr>
        <a:xfrm>
          <a:off x="0" y="0"/>
          <a:ext cx="0" cy="0"/>
          <a:chOff x="0" y="0"/>
          <a:chExt cx="0" cy="0"/>
        </a:xfrm>
      </p:grpSpPr>
      <p:sp>
        <p:nvSpPr>
          <p:cNvPr id="662" name="Google Shape;662;p77"/>
          <p:cNvSpPr txBox="1"/>
          <p:nvPr>
            <p:ph hasCustomPrompt="1" type="title"/>
          </p:nvPr>
        </p:nvSpPr>
        <p:spPr>
          <a:xfrm>
            <a:off x="1284000" y="1902050"/>
            <a:ext cx="6576000" cy="943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3" name="Google Shape;663;p77"/>
          <p:cNvSpPr txBox="1"/>
          <p:nvPr>
            <p:ph idx="1" type="subTitle"/>
          </p:nvPr>
        </p:nvSpPr>
        <p:spPr>
          <a:xfrm>
            <a:off x="1284000" y="2845750"/>
            <a:ext cx="6576000" cy="39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64" name="Shape 664"/>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65" name="Shape 665"/>
        <p:cNvGrpSpPr/>
        <p:nvPr/>
      </p:nvGrpSpPr>
      <p:grpSpPr>
        <a:xfrm>
          <a:off x="0" y="0"/>
          <a:ext cx="0" cy="0"/>
          <a:chOff x="0" y="0"/>
          <a:chExt cx="0" cy="0"/>
        </a:xfrm>
      </p:grpSpPr>
      <p:sp>
        <p:nvSpPr>
          <p:cNvPr id="666" name="Google Shape;666;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67" name="Google Shape;667;p79"/>
          <p:cNvSpPr txBox="1"/>
          <p:nvPr>
            <p:ph idx="1" type="subTitle"/>
          </p:nvPr>
        </p:nvSpPr>
        <p:spPr>
          <a:xfrm>
            <a:off x="713175"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68" name="Google Shape;668;p79"/>
          <p:cNvSpPr txBox="1"/>
          <p:nvPr>
            <p:ph idx="2" type="subTitle"/>
          </p:nvPr>
        </p:nvSpPr>
        <p:spPr>
          <a:xfrm>
            <a:off x="3394784"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69" name="Google Shape;669;p79"/>
          <p:cNvSpPr txBox="1"/>
          <p:nvPr>
            <p:ph idx="3" type="subTitle"/>
          </p:nvPr>
        </p:nvSpPr>
        <p:spPr>
          <a:xfrm>
            <a:off x="2053983"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0" name="Google Shape;670;p79"/>
          <p:cNvSpPr txBox="1"/>
          <p:nvPr>
            <p:ph idx="4" type="subTitle"/>
          </p:nvPr>
        </p:nvSpPr>
        <p:spPr>
          <a:xfrm>
            <a:off x="4735668"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1" name="Google Shape;671;p79"/>
          <p:cNvSpPr txBox="1"/>
          <p:nvPr>
            <p:ph idx="5" type="subTitle"/>
          </p:nvPr>
        </p:nvSpPr>
        <p:spPr>
          <a:xfrm>
            <a:off x="6076376"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2" name="Google Shape;672;p79"/>
          <p:cNvSpPr txBox="1"/>
          <p:nvPr>
            <p:ph hasCustomPrompt="1" idx="6" type="title"/>
          </p:nvPr>
        </p:nvSpPr>
        <p:spPr>
          <a:xfrm>
            <a:off x="1515259"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3" name="Google Shape;673;p79"/>
          <p:cNvSpPr txBox="1"/>
          <p:nvPr>
            <p:ph hasCustomPrompt="1" idx="7" type="title"/>
          </p:nvPr>
        </p:nvSpPr>
        <p:spPr>
          <a:xfrm>
            <a:off x="2856067"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4" name="Google Shape;674;p79"/>
          <p:cNvSpPr txBox="1"/>
          <p:nvPr>
            <p:ph hasCustomPrompt="1" idx="8" type="title"/>
          </p:nvPr>
        </p:nvSpPr>
        <p:spPr>
          <a:xfrm>
            <a:off x="4196868"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5" name="Google Shape;675;p79"/>
          <p:cNvSpPr txBox="1"/>
          <p:nvPr>
            <p:ph hasCustomPrompt="1" idx="9" type="title"/>
          </p:nvPr>
        </p:nvSpPr>
        <p:spPr>
          <a:xfrm>
            <a:off x="5537752"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6" name="Google Shape;676;p79"/>
          <p:cNvSpPr txBox="1"/>
          <p:nvPr>
            <p:ph hasCustomPrompt="1" idx="13" type="title"/>
          </p:nvPr>
        </p:nvSpPr>
        <p:spPr>
          <a:xfrm>
            <a:off x="6878460"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7" name="Google Shape;677;p79"/>
          <p:cNvSpPr txBox="1"/>
          <p:nvPr>
            <p:ph idx="14" type="subTitle"/>
          </p:nvPr>
        </p:nvSpPr>
        <p:spPr>
          <a:xfrm>
            <a:off x="713175"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78" name="Google Shape;678;p79"/>
          <p:cNvSpPr txBox="1"/>
          <p:nvPr>
            <p:ph idx="15" type="subTitle"/>
          </p:nvPr>
        </p:nvSpPr>
        <p:spPr>
          <a:xfrm>
            <a:off x="3394784"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79" name="Google Shape;679;p79"/>
          <p:cNvSpPr txBox="1"/>
          <p:nvPr>
            <p:ph idx="16" type="subTitle"/>
          </p:nvPr>
        </p:nvSpPr>
        <p:spPr>
          <a:xfrm>
            <a:off x="6076376"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80" name="Google Shape;680;p79"/>
          <p:cNvSpPr txBox="1"/>
          <p:nvPr>
            <p:ph idx="17" type="subTitle"/>
          </p:nvPr>
        </p:nvSpPr>
        <p:spPr>
          <a:xfrm>
            <a:off x="2053983"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81" name="Google Shape;681;p79"/>
          <p:cNvSpPr txBox="1"/>
          <p:nvPr>
            <p:ph idx="18" type="subTitle"/>
          </p:nvPr>
        </p:nvSpPr>
        <p:spPr>
          <a:xfrm>
            <a:off x="4735668"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682" name="Google Shape;682;p79"/>
          <p:cNvGrpSpPr/>
          <p:nvPr/>
        </p:nvGrpSpPr>
        <p:grpSpPr>
          <a:xfrm>
            <a:off x="-12420" y="0"/>
            <a:ext cx="9156403" cy="5624539"/>
            <a:chOff x="-12420" y="0"/>
            <a:chExt cx="9156403" cy="5624539"/>
          </a:xfrm>
        </p:grpSpPr>
        <p:sp>
          <p:nvSpPr>
            <p:cNvPr id="683" name="Google Shape;683;p79"/>
            <p:cNvSpPr/>
            <p:nvPr/>
          </p:nvSpPr>
          <p:spPr>
            <a:xfrm rot="5400000">
              <a:off x="-1341184" y="38109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9"/>
            <p:cNvSpPr/>
            <p:nvPr/>
          </p:nvSpPr>
          <p:spPr>
            <a:xfrm>
              <a:off x="6761821" y="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9"/>
            <p:cNvSpPr/>
            <p:nvPr/>
          </p:nvSpPr>
          <p:spPr>
            <a:xfrm>
              <a:off x="210300" y="3578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79"/>
          <p:cNvSpPr/>
          <p:nvPr/>
        </p:nvSpPr>
        <p:spPr>
          <a:xfrm>
            <a:off x="8430775" y="317379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87" name="Shape 687"/>
        <p:cNvGrpSpPr/>
        <p:nvPr/>
      </p:nvGrpSpPr>
      <p:grpSpPr>
        <a:xfrm>
          <a:off x="0" y="0"/>
          <a:ext cx="0" cy="0"/>
          <a:chOff x="0" y="0"/>
          <a:chExt cx="0" cy="0"/>
        </a:xfrm>
      </p:grpSpPr>
      <p:sp>
        <p:nvSpPr>
          <p:cNvPr id="688" name="Google Shape;688;p80"/>
          <p:cNvSpPr txBox="1"/>
          <p:nvPr>
            <p:ph type="title"/>
          </p:nvPr>
        </p:nvSpPr>
        <p:spPr>
          <a:xfrm>
            <a:off x="713225" y="3768000"/>
            <a:ext cx="4366500" cy="45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689" name="Google Shape;689;p80"/>
          <p:cNvSpPr txBox="1"/>
          <p:nvPr>
            <p:ph idx="1" type="subTitle"/>
          </p:nvPr>
        </p:nvSpPr>
        <p:spPr>
          <a:xfrm>
            <a:off x="713225" y="920100"/>
            <a:ext cx="4366500" cy="2737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690" name="Google Shape;690;p80"/>
          <p:cNvGrpSpPr/>
          <p:nvPr/>
        </p:nvGrpSpPr>
        <p:grpSpPr>
          <a:xfrm>
            <a:off x="-9525" y="2687325"/>
            <a:ext cx="1558778" cy="2465723"/>
            <a:chOff x="-9525" y="2687325"/>
            <a:chExt cx="1558778" cy="2465723"/>
          </a:xfrm>
        </p:grpSpPr>
        <p:sp>
          <p:nvSpPr>
            <p:cNvPr id="691" name="Google Shape;691;p80"/>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0"/>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80"/>
          <p:cNvGrpSpPr/>
          <p:nvPr/>
        </p:nvGrpSpPr>
        <p:grpSpPr>
          <a:xfrm flipH="1" rot="8988552">
            <a:off x="-128500" y="-534854"/>
            <a:ext cx="1454426" cy="1280493"/>
            <a:chOff x="5917100" y="2092158"/>
            <a:chExt cx="1102175" cy="970367"/>
          </a:xfrm>
        </p:grpSpPr>
        <p:sp>
          <p:nvSpPr>
            <p:cNvPr id="694" name="Google Shape;694;p80"/>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0"/>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0"/>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0"/>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80"/>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0"/>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0" name="Google Shape;700;p80"/>
          <p:cNvSpPr/>
          <p:nvPr/>
        </p:nvSpPr>
        <p:spPr>
          <a:xfrm rot="5400000">
            <a:off x="6313350" y="489735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01" name="Shape 701"/>
        <p:cNvGrpSpPr/>
        <p:nvPr/>
      </p:nvGrpSpPr>
      <p:grpSpPr>
        <a:xfrm>
          <a:off x="0" y="0"/>
          <a:ext cx="0" cy="0"/>
          <a:chOff x="0" y="0"/>
          <a:chExt cx="0" cy="0"/>
        </a:xfrm>
      </p:grpSpPr>
      <p:sp>
        <p:nvSpPr>
          <p:cNvPr id="702" name="Google Shape;702;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703" name="Google Shape;703;p81"/>
          <p:cNvGrpSpPr/>
          <p:nvPr/>
        </p:nvGrpSpPr>
        <p:grpSpPr>
          <a:xfrm>
            <a:off x="-1344725" y="-32523"/>
            <a:ext cx="10488717" cy="6685915"/>
            <a:chOff x="-1344725" y="-32523"/>
            <a:chExt cx="10488717" cy="6685915"/>
          </a:xfrm>
        </p:grpSpPr>
        <p:sp>
          <p:nvSpPr>
            <p:cNvPr id="704" name="Google Shape;704;p81"/>
            <p:cNvSpPr/>
            <p:nvPr/>
          </p:nvSpPr>
          <p:spPr>
            <a:xfrm>
              <a:off x="-1344725" y="435247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81"/>
            <p:cNvSpPr/>
            <p:nvPr/>
          </p:nvSpPr>
          <p:spPr>
            <a:xfrm rot="5400000">
              <a:off x="6741954" y="1740877"/>
              <a:ext cx="4175439" cy="628638"/>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81"/>
            <p:cNvSpPr/>
            <p:nvPr/>
          </p:nvSpPr>
          <p:spPr>
            <a:xfrm>
              <a:off x="8582775" y="172087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7" name="Google Shape;707;p81"/>
          <p:cNvSpPr/>
          <p:nvPr/>
        </p:nvSpPr>
        <p:spPr>
          <a:xfrm flipH="1">
            <a:off x="-3209362" y="-99243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708" name="Shape 708"/>
        <p:cNvGrpSpPr/>
        <p:nvPr/>
      </p:nvGrpSpPr>
      <p:grpSpPr>
        <a:xfrm>
          <a:off x="0" y="0"/>
          <a:ext cx="0" cy="0"/>
          <a:chOff x="0" y="0"/>
          <a:chExt cx="0" cy="0"/>
        </a:xfrm>
      </p:grpSpPr>
      <p:sp>
        <p:nvSpPr>
          <p:cNvPr id="709" name="Google Shape;709;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710" name="Google Shape;710;p82"/>
          <p:cNvGrpSpPr/>
          <p:nvPr/>
        </p:nvGrpSpPr>
        <p:grpSpPr>
          <a:xfrm>
            <a:off x="15" y="0"/>
            <a:ext cx="9143991" cy="5143504"/>
            <a:chOff x="15" y="0"/>
            <a:chExt cx="9143991" cy="5143504"/>
          </a:xfrm>
        </p:grpSpPr>
        <p:sp>
          <p:nvSpPr>
            <p:cNvPr id="711" name="Google Shape;711;p82"/>
            <p:cNvSpPr/>
            <p:nvPr/>
          </p:nvSpPr>
          <p:spPr>
            <a:xfrm rot="5400000">
              <a:off x="353766" y="-353751"/>
              <a:ext cx="1123932" cy="1831435"/>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82"/>
            <p:cNvSpPr/>
            <p:nvPr/>
          </p:nvSpPr>
          <p:spPr>
            <a:xfrm>
              <a:off x="7218154" y="4084425"/>
              <a:ext cx="1925852" cy="1059079"/>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82"/>
            <p:cNvSpPr/>
            <p:nvPr/>
          </p:nvSpPr>
          <p:spPr>
            <a:xfrm>
              <a:off x="105525" y="8204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4" name="Google Shape;714;p82"/>
          <p:cNvSpPr/>
          <p:nvPr/>
        </p:nvSpPr>
        <p:spPr>
          <a:xfrm rot="5576500">
            <a:off x="-2910248" y="2359177"/>
            <a:ext cx="3922554" cy="3368658"/>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715" name="Shape 715"/>
        <p:cNvGrpSpPr/>
        <p:nvPr/>
      </p:nvGrpSpPr>
      <p:grpSpPr>
        <a:xfrm>
          <a:off x="0" y="0"/>
          <a:ext cx="0" cy="0"/>
          <a:chOff x="0" y="0"/>
          <a:chExt cx="0" cy="0"/>
        </a:xfrm>
      </p:grpSpPr>
      <p:sp>
        <p:nvSpPr>
          <p:cNvPr id="716" name="Google Shape;716;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717" name="Google Shape;717;p83"/>
          <p:cNvGrpSpPr/>
          <p:nvPr/>
        </p:nvGrpSpPr>
        <p:grpSpPr>
          <a:xfrm>
            <a:off x="-69570" y="-639075"/>
            <a:ext cx="9213570" cy="5782564"/>
            <a:chOff x="-69570" y="-639075"/>
            <a:chExt cx="9213570" cy="5782564"/>
          </a:xfrm>
        </p:grpSpPr>
        <p:sp>
          <p:nvSpPr>
            <p:cNvPr id="718" name="Google Shape;718;p83"/>
            <p:cNvSpPr/>
            <p:nvPr/>
          </p:nvSpPr>
          <p:spPr>
            <a:xfrm flipH="1">
              <a:off x="8443442" y="-639075"/>
              <a:ext cx="700558" cy="2696470"/>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9" name="Google Shape;719;p83"/>
            <p:cNvGrpSpPr/>
            <p:nvPr/>
          </p:nvGrpSpPr>
          <p:grpSpPr>
            <a:xfrm>
              <a:off x="-69570" y="2001161"/>
              <a:ext cx="618420" cy="3142328"/>
              <a:chOff x="-69570" y="2001161"/>
              <a:chExt cx="618420" cy="3142328"/>
            </a:xfrm>
          </p:grpSpPr>
          <p:sp>
            <p:nvSpPr>
              <p:cNvPr id="720" name="Google Shape;720;p83"/>
              <p:cNvSpPr/>
              <p:nvPr/>
            </p:nvSpPr>
            <p:spPr>
              <a:xfrm rot="5400000">
                <a:off x="-1398334" y="332992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83"/>
              <p:cNvSpPr/>
              <p:nvPr/>
            </p:nvSpPr>
            <p:spPr>
              <a:xfrm>
                <a:off x="153150" y="20574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22" name="Google Shape;722;p83"/>
          <p:cNvSpPr/>
          <p:nvPr/>
        </p:nvSpPr>
        <p:spPr>
          <a:xfrm rot="-6269851">
            <a:off x="8176744" y="2301996"/>
            <a:ext cx="3922614" cy="3368710"/>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23" name="Shape 723"/>
        <p:cNvGrpSpPr/>
        <p:nvPr/>
      </p:nvGrpSpPr>
      <p:grpSpPr>
        <a:xfrm>
          <a:off x="0" y="0"/>
          <a:ext cx="0" cy="0"/>
          <a:chOff x="0" y="0"/>
          <a:chExt cx="0" cy="0"/>
        </a:xfrm>
      </p:grpSpPr>
      <p:sp>
        <p:nvSpPr>
          <p:cNvPr id="724" name="Google Shape;724;p84"/>
          <p:cNvSpPr txBox="1"/>
          <p:nvPr>
            <p:ph type="title"/>
          </p:nvPr>
        </p:nvSpPr>
        <p:spPr>
          <a:xfrm>
            <a:off x="4702800" y="1154688"/>
            <a:ext cx="3728100" cy="1617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25" name="Google Shape;725;p84"/>
          <p:cNvSpPr txBox="1"/>
          <p:nvPr>
            <p:ph idx="1" type="subTitle"/>
          </p:nvPr>
        </p:nvSpPr>
        <p:spPr>
          <a:xfrm>
            <a:off x="4702800" y="2771413"/>
            <a:ext cx="3728100" cy="1217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6" name="Google Shape;726;p84"/>
          <p:cNvSpPr/>
          <p:nvPr>
            <p:ph idx="2" type="pic"/>
          </p:nvPr>
        </p:nvSpPr>
        <p:spPr>
          <a:xfrm>
            <a:off x="713225" y="747000"/>
            <a:ext cx="3189000" cy="3649500"/>
          </a:xfrm>
          <a:prstGeom prst="roundRect">
            <a:avLst>
              <a:gd fmla="val 16667" name="adj"/>
            </a:avLst>
          </a:prstGeom>
          <a:noFill/>
          <a:ln>
            <a:noFill/>
          </a:ln>
        </p:spPr>
      </p:sp>
      <p:sp>
        <p:nvSpPr>
          <p:cNvPr id="727" name="Google Shape;727;p84"/>
          <p:cNvSpPr/>
          <p:nvPr/>
        </p:nvSpPr>
        <p:spPr>
          <a:xfrm>
            <a:off x="7923100" y="38762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4"/>
          <p:cNvSpPr/>
          <p:nvPr/>
        </p:nvSpPr>
        <p:spPr>
          <a:xfrm>
            <a:off x="8525700" y="-87627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29" name="Shape 729"/>
        <p:cNvGrpSpPr/>
        <p:nvPr/>
      </p:nvGrpSpPr>
      <p:grpSpPr>
        <a:xfrm>
          <a:off x="0" y="0"/>
          <a:ext cx="0" cy="0"/>
          <a:chOff x="0" y="0"/>
          <a:chExt cx="0" cy="0"/>
        </a:xfrm>
      </p:grpSpPr>
      <p:sp>
        <p:nvSpPr>
          <p:cNvPr id="730" name="Google Shape;730;p85"/>
          <p:cNvSpPr txBox="1"/>
          <p:nvPr>
            <p:ph type="title"/>
          </p:nvPr>
        </p:nvSpPr>
        <p:spPr>
          <a:xfrm>
            <a:off x="5680075" y="1326251"/>
            <a:ext cx="2750700" cy="110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31" name="Google Shape;731;p85"/>
          <p:cNvSpPr txBox="1"/>
          <p:nvPr>
            <p:ph idx="1" type="subTitle"/>
          </p:nvPr>
        </p:nvSpPr>
        <p:spPr>
          <a:xfrm>
            <a:off x="5680075" y="2330344"/>
            <a:ext cx="2750700" cy="154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2" name="Google Shape;732;p85"/>
          <p:cNvSpPr/>
          <p:nvPr/>
        </p:nvSpPr>
        <p:spPr>
          <a:xfrm>
            <a:off x="6924678" y="3927299"/>
            <a:ext cx="2228880" cy="1225736"/>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5"/>
          <p:cNvSpPr/>
          <p:nvPr/>
        </p:nvSpPr>
        <p:spPr>
          <a:xfrm>
            <a:off x="8382825" y="-13426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734" name="Shape 734"/>
        <p:cNvGrpSpPr/>
        <p:nvPr/>
      </p:nvGrpSpPr>
      <p:grpSpPr>
        <a:xfrm>
          <a:off x="0" y="0"/>
          <a:ext cx="0" cy="0"/>
          <a:chOff x="0" y="0"/>
          <a:chExt cx="0" cy="0"/>
        </a:xfrm>
      </p:grpSpPr>
      <p:sp>
        <p:nvSpPr>
          <p:cNvPr id="735" name="Google Shape;735;p86"/>
          <p:cNvSpPr txBox="1"/>
          <p:nvPr>
            <p:ph type="title"/>
          </p:nvPr>
        </p:nvSpPr>
        <p:spPr>
          <a:xfrm>
            <a:off x="713225" y="1326250"/>
            <a:ext cx="2750700" cy="1100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36" name="Google Shape;736;p86"/>
          <p:cNvSpPr txBox="1"/>
          <p:nvPr>
            <p:ph idx="1" type="subTitle"/>
          </p:nvPr>
        </p:nvSpPr>
        <p:spPr>
          <a:xfrm>
            <a:off x="713359" y="2330350"/>
            <a:ext cx="2750700" cy="1544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37" name="Google Shape;737;p86"/>
          <p:cNvGrpSpPr/>
          <p:nvPr/>
        </p:nvGrpSpPr>
        <p:grpSpPr>
          <a:xfrm>
            <a:off x="0" y="2687325"/>
            <a:ext cx="1558778" cy="2456198"/>
            <a:chOff x="0" y="2687325"/>
            <a:chExt cx="1558778" cy="2456198"/>
          </a:xfrm>
        </p:grpSpPr>
        <p:sp>
          <p:nvSpPr>
            <p:cNvPr id="738" name="Google Shape;738;p86"/>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6"/>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0" name="Google Shape;740;p86"/>
          <p:cNvSpPr/>
          <p:nvPr/>
        </p:nvSpPr>
        <p:spPr>
          <a:xfrm rot="-8951246">
            <a:off x="1299276" y="-2993894"/>
            <a:ext cx="3922599" cy="3368697"/>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741" name="Shape 741"/>
        <p:cNvGrpSpPr/>
        <p:nvPr/>
      </p:nvGrpSpPr>
      <p:grpSpPr>
        <a:xfrm>
          <a:off x="0" y="0"/>
          <a:ext cx="0" cy="0"/>
          <a:chOff x="0" y="0"/>
          <a:chExt cx="0" cy="0"/>
        </a:xfrm>
      </p:grpSpPr>
      <p:sp>
        <p:nvSpPr>
          <p:cNvPr id="742" name="Google Shape;742;p87"/>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43" name="Google Shape;743;p87"/>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4" name="Google Shape;744;p87"/>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87"/>
          <p:cNvSpPr/>
          <p:nvPr/>
        </p:nvSpPr>
        <p:spPr>
          <a:xfrm>
            <a:off x="8331875" y="-7437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46" name="Shape 746"/>
        <p:cNvGrpSpPr/>
        <p:nvPr/>
      </p:nvGrpSpPr>
      <p:grpSpPr>
        <a:xfrm>
          <a:off x="0" y="0"/>
          <a:ext cx="0" cy="0"/>
          <a:chOff x="0" y="0"/>
          <a:chExt cx="0" cy="0"/>
        </a:xfrm>
      </p:grpSpPr>
      <p:sp>
        <p:nvSpPr>
          <p:cNvPr id="747" name="Google Shape;747;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48" name="Google Shape;748;p88"/>
          <p:cNvSpPr txBox="1"/>
          <p:nvPr>
            <p:ph idx="1" type="subTitle"/>
          </p:nvPr>
        </p:nvSpPr>
        <p:spPr>
          <a:xfrm>
            <a:off x="4872994"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9" name="Google Shape;749;p88"/>
          <p:cNvSpPr txBox="1"/>
          <p:nvPr>
            <p:ph idx="2" type="subTitle"/>
          </p:nvPr>
        </p:nvSpPr>
        <p:spPr>
          <a:xfrm>
            <a:off x="1434200"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0" name="Google Shape;750;p88"/>
          <p:cNvSpPr txBox="1"/>
          <p:nvPr>
            <p:ph idx="3" type="subTitle"/>
          </p:nvPr>
        </p:nvSpPr>
        <p:spPr>
          <a:xfrm>
            <a:off x="1434200"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51" name="Google Shape;751;p88"/>
          <p:cNvSpPr txBox="1"/>
          <p:nvPr>
            <p:ph idx="4" type="subTitle"/>
          </p:nvPr>
        </p:nvSpPr>
        <p:spPr>
          <a:xfrm>
            <a:off x="4873004"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752" name="Google Shape;752;p88"/>
          <p:cNvGrpSpPr/>
          <p:nvPr/>
        </p:nvGrpSpPr>
        <p:grpSpPr>
          <a:xfrm>
            <a:off x="-255199" y="-9535"/>
            <a:ext cx="9408724" cy="5162561"/>
            <a:chOff x="-255199" y="-9535"/>
            <a:chExt cx="9408724" cy="5162561"/>
          </a:xfrm>
        </p:grpSpPr>
        <p:sp>
          <p:nvSpPr>
            <p:cNvPr id="753" name="Google Shape;753;p88"/>
            <p:cNvSpPr/>
            <p:nvPr/>
          </p:nvSpPr>
          <p:spPr>
            <a:xfrm rot="10800000">
              <a:off x="-255199" y="-953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8"/>
            <p:cNvSpPr/>
            <p:nvPr/>
          </p:nvSpPr>
          <p:spPr>
            <a:xfrm rot="5400000">
              <a:off x="157065" y="8911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8"/>
            <p:cNvSpPr/>
            <p:nvPr/>
          </p:nvSpPr>
          <p:spPr>
            <a:xfrm flipH="1" rot="10800000">
              <a:off x="7963727" y="3585776"/>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6" name="Google Shape;756;p88"/>
          <p:cNvSpPr/>
          <p:nvPr/>
        </p:nvSpPr>
        <p:spPr>
          <a:xfrm rot="5998970">
            <a:off x="-2951937" y="3225943"/>
            <a:ext cx="3922585" cy="336868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57" name="Shape 757"/>
        <p:cNvGrpSpPr/>
        <p:nvPr/>
      </p:nvGrpSpPr>
      <p:grpSpPr>
        <a:xfrm>
          <a:off x="0" y="0"/>
          <a:ext cx="0" cy="0"/>
          <a:chOff x="0" y="0"/>
          <a:chExt cx="0" cy="0"/>
        </a:xfrm>
      </p:grpSpPr>
      <p:sp>
        <p:nvSpPr>
          <p:cNvPr id="758" name="Google Shape;758;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59" name="Google Shape;759;p89"/>
          <p:cNvSpPr txBox="1"/>
          <p:nvPr>
            <p:ph idx="1" type="subTitle"/>
          </p:nvPr>
        </p:nvSpPr>
        <p:spPr>
          <a:xfrm>
            <a:off x="4743229"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0" name="Google Shape;760;p89"/>
          <p:cNvSpPr txBox="1"/>
          <p:nvPr>
            <p:ph idx="2" type="subTitle"/>
          </p:nvPr>
        </p:nvSpPr>
        <p:spPr>
          <a:xfrm>
            <a:off x="827475"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1" name="Google Shape;761;p89"/>
          <p:cNvSpPr/>
          <p:nvPr/>
        </p:nvSpPr>
        <p:spPr>
          <a:xfrm flipH="1" rot="-5620785">
            <a:off x="8161983" y="-1102921"/>
            <a:ext cx="3922561" cy="336866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2" name="Google Shape;762;p89"/>
          <p:cNvGrpSpPr/>
          <p:nvPr/>
        </p:nvGrpSpPr>
        <p:grpSpPr>
          <a:xfrm>
            <a:off x="-58079" y="-76200"/>
            <a:ext cx="9202083" cy="5243547"/>
            <a:chOff x="-58079" y="-76200"/>
            <a:chExt cx="9202083" cy="5243547"/>
          </a:xfrm>
        </p:grpSpPr>
        <p:sp>
          <p:nvSpPr>
            <p:cNvPr id="763" name="Google Shape;763;p89"/>
            <p:cNvSpPr/>
            <p:nvPr/>
          </p:nvSpPr>
          <p:spPr>
            <a:xfrm flipH="1">
              <a:off x="-58079" y="-7620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4" name="Google Shape;764;p89"/>
            <p:cNvGrpSpPr/>
            <p:nvPr/>
          </p:nvGrpSpPr>
          <p:grpSpPr>
            <a:xfrm>
              <a:off x="6001676" y="4548927"/>
              <a:ext cx="3142328" cy="618420"/>
              <a:chOff x="6001676" y="4548927"/>
              <a:chExt cx="3142328" cy="618420"/>
            </a:xfrm>
          </p:grpSpPr>
          <p:sp>
            <p:nvSpPr>
              <p:cNvPr id="765" name="Google Shape;765;p89"/>
              <p:cNvSpPr/>
              <p:nvPr/>
            </p:nvSpPr>
            <p:spPr>
              <a:xfrm>
                <a:off x="6001676" y="4682548"/>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9"/>
              <p:cNvSpPr/>
              <p:nvPr/>
            </p:nvSpPr>
            <p:spPr>
              <a:xfrm rot="-5400000">
                <a:off x="7097790" y="4548927"/>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
    <p:spTree>
      <p:nvGrpSpPr>
        <p:cNvPr id="767" name="Shape 767"/>
        <p:cNvGrpSpPr/>
        <p:nvPr/>
      </p:nvGrpSpPr>
      <p:grpSpPr>
        <a:xfrm>
          <a:off x="0" y="0"/>
          <a:ext cx="0" cy="0"/>
          <a:chOff x="0" y="0"/>
          <a:chExt cx="0" cy="0"/>
        </a:xfrm>
      </p:grpSpPr>
      <p:sp>
        <p:nvSpPr>
          <p:cNvPr id="768" name="Google Shape;768;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69" name="Google Shape;769;p90"/>
          <p:cNvSpPr txBox="1"/>
          <p:nvPr>
            <p:ph idx="1" type="body"/>
          </p:nvPr>
        </p:nvSpPr>
        <p:spPr>
          <a:xfrm>
            <a:off x="872438"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30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770" name="Google Shape;770;p90"/>
          <p:cNvSpPr txBox="1"/>
          <p:nvPr>
            <p:ph idx="2" type="body"/>
          </p:nvPr>
        </p:nvSpPr>
        <p:spPr>
          <a:xfrm>
            <a:off x="4623859"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grpSp>
        <p:nvGrpSpPr>
          <p:cNvPr id="771" name="Google Shape;771;p90"/>
          <p:cNvGrpSpPr/>
          <p:nvPr/>
        </p:nvGrpSpPr>
        <p:grpSpPr>
          <a:xfrm>
            <a:off x="0" y="-45596"/>
            <a:ext cx="9217351" cy="5189119"/>
            <a:chOff x="0" y="-45596"/>
            <a:chExt cx="9217351" cy="5189119"/>
          </a:xfrm>
        </p:grpSpPr>
        <p:sp>
          <p:nvSpPr>
            <p:cNvPr id="772" name="Google Shape;772;p90"/>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90"/>
            <p:cNvSpPr/>
            <p:nvPr/>
          </p:nvSpPr>
          <p:spPr>
            <a:xfrm>
              <a:off x="67425" y="2687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90"/>
            <p:cNvSpPr/>
            <p:nvPr/>
          </p:nvSpPr>
          <p:spPr>
            <a:xfrm>
              <a:off x="5638800" y="-45596"/>
              <a:ext cx="3578551" cy="572699"/>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 name="Google Shape;775;p90"/>
          <p:cNvSpPr/>
          <p:nvPr/>
        </p:nvSpPr>
        <p:spPr>
          <a:xfrm flipH="1" rot="-6852635">
            <a:off x="8370682" y="3411391"/>
            <a:ext cx="3922575" cy="336867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76" name="Shape 776"/>
        <p:cNvGrpSpPr/>
        <p:nvPr/>
      </p:nvGrpSpPr>
      <p:grpSpPr>
        <a:xfrm>
          <a:off x="0" y="0"/>
          <a:ext cx="0" cy="0"/>
          <a:chOff x="0" y="0"/>
          <a:chExt cx="0" cy="0"/>
        </a:xfrm>
      </p:grpSpPr>
      <p:sp>
        <p:nvSpPr>
          <p:cNvPr id="777" name="Google Shape;777;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78" name="Google Shape;778;p91"/>
          <p:cNvSpPr txBox="1"/>
          <p:nvPr>
            <p:ph idx="1" type="subTitle"/>
          </p:nvPr>
        </p:nvSpPr>
        <p:spPr>
          <a:xfrm>
            <a:off x="1275625"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9" name="Google Shape;779;p91"/>
          <p:cNvSpPr txBox="1"/>
          <p:nvPr>
            <p:ph idx="2" type="subTitle"/>
          </p:nvPr>
        </p:nvSpPr>
        <p:spPr>
          <a:xfrm>
            <a:off x="3574824"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0" name="Google Shape;780;p91"/>
          <p:cNvSpPr txBox="1"/>
          <p:nvPr>
            <p:ph idx="3" type="subTitle"/>
          </p:nvPr>
        </p:nvSpPr>
        <p:spPr>
          <a:xfrm>
            <a:off x="5874028"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1" name="Google Shape;781;p91"/>
          <p:cNvSpPr txBox="1"/>
          <p:nvPr>
            <p:ph idx="4" type="subTitle"/>
          </p:nvPr>
        </p:nvSpPr>
        <p:spPr>
          <a:xfrm>
            <a:off x="1275625"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82" name="Google Shape;782;p91"/>
          <p:cNvSpPr txBox="1"/>
          <p:nvPr>
            <p:ph idx="5" type="subTitle"/>
          </p:nvPr>
        </p:nvSpPr>
        <p:spPr>
          <a:xfrm>
            <a:off x="3574827"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83" name="Google Shape;783;p91"/>
          <p:cNvSpPr txBox="1"/>
          <p:nvPr>
            <p:ph idx="6" type="subTitle"/>
          </p:nvPr>
        </p:nvSpPr>
        <p:spPr>
          <a:xfrm>
            <a:off x="5874036"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784" name="Google Shape;784;p91"/>
          <p:cNvGrpSpPr/>
          <p:nvPr/>
        </p:nvGrpSpPr>
        <p:grpSpPr>
          <a:xfrm>
            <a:off x="-19044" y="-57650"/>
            <a:ext cx="9163039" cy="5201149"/>
            <a:chOff x="-19044" y="-57650"/>
            <a:chExt cx="9163039" cy="5201149"/>
          </a:xfrm>
        </p:grpSpPr>
        <p:sp>
          <p:nvSpPr>
            <p:cNvPr id="785" name="Google Shape;785;p91"/>
            <p:cNvSpPr/>
            <p:nvPr/>
          </p:nvSpPr>
          <p:spPr>
            <a:xfrm flipH="1">
              <a:off x="-19044" y="-57650"/>
              <a:ext cx="638170" cy="2823330"/>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6" name="Google Shape;786;p91"/>
            <p:cNvGrpSpPr/>
            <p:nvPr/>
          </p:nvGrpSpPr>
          <p:grpSpPr>
            <a:xfrm>
              <a:off x="8153410" y="2434487"/>
              <a:ext cx="990586" cy="2709011"/>
              <a:chOff x="8153410" y="2434488"/>
              <a:chExt cx="990586" cy="2709011"/>
            </a:xfrm>
          </p:grpSpPr>
          <p:sp>
            <p:nvSpPr>
              <p:cNvPr id="787" name="Google Shape;787;p91"/>
              <p:cNvSpPr/>
              <p:nvPr/>
            </p:nvSpPr>
            <p:spPr>
              <a:xfrm rot="10800000">
                <a:off x="8153410" y="2505082"/>
                <a:ext cx="990586" cy="2638417"/>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91"/>
              <p:cNvSpPr/>
              <p:nvPr/>
            </p:nvSpPr>
            <p:spPr>
              <a:xfrm>
                <a:off x="8630400" y="2434488"/>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9" name="Google Shape;789;p91"/>
          <p:cNvSpPr/>
          <p:nvPr/>
        </p:nvSpPr>
        <p:spPr>
          <a:xfrm>
            <a:off x="1439100" y="46134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90" name="Shape 790"/>
        <p:cNvGrpSpPr/>
        <p:nvPr/>
      </p:nvGrpSpPr>
      <p:grpSpPr>
        <a:xfrm>
          <a:off x="0" y="0"/>
          <a:ext cx="0" cy="0"/>
          <a:chOff x="0" y="0"/>
          <a:chExt cx="0" cy="0"/>
        </a:xfrm>
      </p:grpSpPr>
      <p:sp>
        <p:nvSpPr>
          <p:cNvPr id="791" name="Google Shape;791;p92"/>
          <p:cNvSpPr txBox="1"/>
          <p:nvPr>
            <p:ph type="title"/>
          </p:nvPr>
        </p:nvSpPr>
        <p:spPr>
          <a:xfrm>
            <a:off x="4044825" y="445025"/>
            <a:ext cx="43791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92" name="Google Shape;792;p92"/>
          <p:cNvSpPr txBox="1"/>
          <p:nvPr>
            <p:ph idx="1" type="subTitle"/>
          </p:nvPr>
        </p:nvSpPr>
        <p:spPr>
          <a:xfrm>
            <a:off x="4044837"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3" name="Google Shape;793;p92"/>
          <p:cNvSpPr txBox="1"/>
          <p:nvPr>
            <p:ph idx="2" type="subTitle"/>
          </p:nvPr>
        </p:nvSpPr>
        <p:spPr>
          <a:xfrm>
            <a:off x="6361812"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4" name="Google Shape;794;p92"/>
          <p:cNvSpPr txBox="1"/>
          <p:nvPr>
            <p:ph idx="3" type="subTitle"/>
          </p:nvPr>
        </p:nvSpPr>
        <p:spPr>
          <a:xfrm>
            <a:off x="4044837"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5" name="Google Shape;795;p92"/>
          <p:cNvSpPr txBox="1"/>
          <p:nvPr>
            <p:ph idx="4" type="subTitle"/>
          </p:nvPr>
        </p:nvSpPr>
        <p:spPr>
          <a:xfrm>
            <a:off x="6361812"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6" name="Google Shape;796;p92"/>
          <p:cNvSpPr txBox="1"/>
          <p:nvPr>
            <p:ph idx="5" type="subTitle"/>
          </p:nvPr>
        </p:nvSpPr>
        <p:spPr>
          <a:xfrm>
            <a:off x="4044825"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97" name="Google Shape;797;p92"/>
          <p:cNvSpPr txBox="1"/>
          <p:nvPr>
            <p:ph idx="6" type="subTitle"/>
          </p:nvPr>
        </p:nvSpPr>
        <p:spPr>
          <a:xfrm>
            <a:off x="4044825"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98" name="Google Shape;798;p92"/>
          <p:cNvSpPr txBox="1"/>
          <p:nvPr>
            <p:ph idx="7" type="subTitle"/>
          </p:nvPr>
        </p:nvSpPr>
        <p:spPr>
          <a:xfrm>
            <a:off x="6361797"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99" name="Google Shape;799;p92"/>
          <p:cNvSpPr txBox="1"/>
          <p:nvPr>
            <p:ph idx="8" type="subTitle"/>
          </p:nvPr>
        </p:nvSpPr>
        <p:spPr>
          <a:xfrm>
            <a:off x="6361797"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00" name="Google Shape;800;p92"/>
          <p:cNvSpPr/>
          <p:nvPr/>
        </p:nvSpPr>
        <p:spPr>
          <a:xfrm flipH="1">
            <a:off x="8477241" y="-639075"/>
            <a:ext cx="666759" cy="241794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92"/>
          <p:cNvSpPr/>
          <p:nvPr/>
        </p:nvSpPr>
        <p:spPr>
          <a:xfrm>
            <a:off x="7713450" y="4416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02" name="Shape 802"/>
        <p:cNvGrpSpPr/>
        <p:nvPr/>
      </p:nvGrpSpPr>
      <p:grpSpPr>
        <a:xfrm>
          <a:off x="0" y="0"/>
          <a:ext cx="0" cy="0"/>
          <a:chOff x="0" y="0"/>
          <a:chExt cx="0" cy="0"/>
        </a:xfrm>
      </p:grpSpPr>
      <p:sp>
        <p:nvSpPr>
          <p:cNvPr id="803" name="Google Shape;803;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804" name="Google Shape;804;p93"/>
          <p:cNvSpPr txBox="1"/>
          <p:nvPr>
            <p:ph idx="1" type="subTitle"/>
          </p:nvPr>
        </p:nvSpPr>
        <p:spPr>
          <a:xfrm>
            <a:off x="10713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5" name="Google Shape;805;p93"/>
          <p:cNvSpPr txBox="1"/>
          <p:nvPr>
            <p:ph idx="2" type="subTitle"/>
          </p:nvPr>
        </p:nvSpPr>
        <p:spPr>
          <a:xfrm>
            <a:off x="35829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6" name="Google Shape;806;p93"/>
          <p:cNvSpPr txBox="1"/>
          <p:nvPr>
            <p:ph idx="3" type="subTitle"/>
          </p:nvPr>
        </p:nvSpPr>
        <p:spPr>
          <a:xfrm>
            <a:off x="10713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7" name="Google Shape;807;p93"/>
          <p:cNvSpPr txBox="1"/>
          <p:nvPr>
            <p:ph idx="4" type="subTitle"/>
          </p:nvPr>
        </p:nvSpPr>
        <p:spPr>
          <a:xfrm>
            <a:off x="35829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8" name="Google Shape;808;p93"/>
          <p:cNvSpPr txBox="1"/>
          <p:nvPr>
            <p:ph idx="5" type="subTitle"/>
          </p:nvPr>
        </p:nvSpPr>
        <p:spPr>
          <a:xfrm>
            <a:off x="60945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9" name="Google Shape;809;p93"/>
          <p:cNvSpPr txBox="1"/>
          <p:nvPr>
            <p:ph idx="6" type="subTitle"/>
          </p:nvPr>
        </p:nvSpPr>
        <p:spPr>
          <a:xfrm>
            <a:off x="60945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0" name="Google Shape;810;p93"/>
          <p:cNvSpPr txBox="1"/>
          <p:nvPr>
            <p:ph idx="7" type="subTitle"/>
          </p:nvPr>
        </p:nvSpPr>
        <p:spPr>
          <a:xfrm>
            <a:off x="1071302"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1" name="Google Shape;811;p93"/>
          <p:cNvSpPr txBox="1"/>
          <p:nvPr>
            <p:ph idx="8" type="subTitle"/>
          </p:nvPr>
        </p:nvSpPr>
        <p:spPr>
          <a:xfrm>
            <a:off x="3582900"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2" name="Google Shape;812;p93"/>
          <p:cNvSpPr txBox="1"/>
          <p:nvPr>
            <p:ph idx="9" type="subTitle"/>
          </p:nvPr>
        </p:nvSpPr>
        <p:spPr>
          <a:xfrm>
            <a:off x="6094498"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3" name="Google Shape;813;p93"/>
          <p:cNvSpPr txBox="1"/>
          <p:nvPr>
            <p:ph idx="13" type="subTitle"/>
          </p:nvPr>
        </p:nvSpPr>
        <p:spPr>
          <a:xfrm>
            <a:off x="1071302"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4" name="Google Shape;814;p93"/>
          <p:cNvSpPr txBox="1"/>
          <p:nvPr>
            <p:ph idx="14" type="subTitle"/>
          </p:nvPr>
        </p:nvSpPr>
        <p:spPr>
          <a:xfrm>
            <a:off x="3582900"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5" name="Google Shape;815;p93"/>
          <p:cNvSpPr txBox="1"/>
          <p:nvPr>
            <p:ph idx="15" type="subTitle"/>
          </p:nvPr>
        </p:nvSpPr>
        <p:spPr>
          <a:xfrm>
            <a:off x="6094498"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816" name="Google Shape;816;p93"/>
          <p:cNvGrpSpPr/>
          <p:nvPr/>
        </p:nvGrpSpPr>
        <p:grpSpPr>
          <a:xfrm>
            <a:off x="5" y="581486"/>
            <a:ext cx="9143995" cy="4562014"/>
            <a:chOff x="5" y="581486"/>
            <a:chExt cx="9143995" cy="4562014"/>
          </a:xfrm>
        </p:grpSpPr>
        <p:sp>
          <p:nvSpPr>
            <p:cNvPr id="817" name="Google Shape;817;p93"/>
            <p:cNvSpPr/>
            <p:nvPr/>
          </p:nvSpPr>
          <p:spPr>
            <a:xfrm rot="5400000">
              <a:off x="-1328759" y="1910250"/>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93"/>
            <p:cNvSpPr/>
            <p:nvPr/>
          </p:nvSpPr>
          <p:spPr>
            <a:xfrm>
              <a:off x="222725" y="16776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93"/>
            <p:cNvSpPr/>
            <p:nvPr/>
          </p:nvSpPr>
          <p:spPr>
            <a:xfrm flipH="1" rot="5400000">
              <a:off x="8000980" y="4000480"/>
              <a:ext cx="1247803" cy="10382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93"/>
          <p:cNvSpPr/>
          <p:nvPr/>
        </p:nvSpPr>
        <p:spPr>
          <a:xfrm>
            <a:off x="8430775" y="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21" name="Shape 821"/>
        <p:cNvGrpSpPr/>
        <p:nvPr/>
      </p:nvGrpSpPr>
      <p:grpSpPr>
        <a:xfrm>
          <a:off x="0" y="0"/>
          <a:ext cx="0" cy="0"/>
          <a:chOff x="0" y="0"/>
          <a:chExt cx="0" cy="0"/>
        </a:xfrm>
      </p:grpSpPr>
      <p:sp>
        <p:nvSpPr>
          <p:cNvPr id="822" name="Google Shape;822;p94"/>
          <p:cNvSpPr txBox="1"/>
          <p:nvPr>
            <p:ph hasCustomPrompt="1" type="title"/>
          </p:nvPr>
        </p:nvSpPr>
        <p:spPr>
          <a:xfrm>
            <a:off x="713225" y="638350"/>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23" name="Google Shape;823;p94"/>
          <p:cNvSpPr txBox="1"/>
          <p:nvPr>
            <p:ph idx="1" type="subTitle"/>
          </p:nvPr>
        </p:nvSpPr>
        <p:spPr>
          <a:xfrm>
            <a:off x="713225" y="1311342"/>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24" name="Google Shape;824;p94"/>
          <p:cNvSpPr txBox="1"/>
          <p:nvPr>
            <p:ph hasCustomPrompt="1" idx="2" type="title"/>
          </p:nvPr>
        </p:nvSpPr>
        <p:spPr>
          <a:xfrm>
            <a:off x="713225" y="2037962"/>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25" name="Google Shape;825;p94"/>
          <p:cNvSpPr txBox="1"/>
          <p:nvPr>
            <p:ph idx="3" type="subTitle"/>
          </p:nvPr>
        </p:nvSpPr>
        <p:spPr>
          <a:xfrm>
            <a:off x="713225" y="2710975"/>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26" name="Google Shape;826;p94"/>
          <p:cNvSpPr txBox="1"/>
          <p:nvPr>
            <p:ph hasCustomPrompt="1" idx="4" type="title"/>
          </p:nvPr>
        </p:nvSpPr>
        <p:spPr>
          <a:xfrm>
            <a:off x="713225" y="3437549"/>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27" name="Google Shape;827;p94"/>
          <p:cNvSpPr txBox="1"/>
          <p:nvPr>
            <p:ph idx="5" type="subTitle"/>
          </p:nvPr>
        </p:nvSpPr>
        <p:spPr>
          <a:xfrm>
            <a:off x="713225" y="4110573"/>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28" name="Google Shape;828;p94"/>
          <p:cNvSpPr/>
          <p:nvPr/>
        </p:nvSpPr>
        <p:spPr>
          <a:xfrm>
            <a:off x="-1544750" y="4189050"/>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4"/>
          <p:cNvSpPr/>
          <p:nvPr/>
        </p:nvSpPr>
        <p:spPr>
          <a:xfrm rot="6017970">
            <a:off x="-3094814" y="-661552"/>
            <a:ext cx="3922591" cy="3368691"/>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830" name="Shape 830"/>
        <p:cNvGrpSpPr/>
        <p:nvPr/>
      </p:nvGrpSpPr>
      <p:grpSpPr>
        <a:xfrm>
          <a:off x="0" y="0"/>
          <a:ext cx="0" cy="0"/>
          <a:chOff x="0" y="0"/>
          <a:chExt cx="0" cy="0"/>
        </a:xfrm>
      </p:grpSpPr>
      <p:sp>
        <p:nvSpPr>
          <p:cNvPr id="831" name="Google Shape;831;p95"/>
          <p:cNvSpPr txBox="1"/>
          <p:nvPr>
            <p:ph hasCustomPrompt="1" type="title"/>
          </p:nvPr>
        </p:nvSpPr>
        <p:spPr>
          <a:xfrm>
            <a:off x="2001750" y="2878014"/>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2" name="Google Shape;832;p95"/>
          <p:cNvSpPr txBox="1"/>
          <p:nvPr>
            <p:ph idx="1" type="subTitle"/>
          </p:nvPr>
        </p:nvSpPr>
        <p:spPr>
          <a:xfrm>
            <a:off x="4697687" y="149158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33" name="Google Shape;833;p95"/>
          <p:cNvSpPr txBox="1"/>
          <p:nvPr>
            <p:ph idx="2" type="subTitle"/>
          </p:nvPr>
        </p:nvSpPr>
        <p:spPr>
          <a:xfrm>
            <a:off x="4697687" y="116832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834" name="Google Shape;834;p95"/>
          <p:cNvSpPr txBox="1"/>
          <p:nvPr>
            <p:ph hasCustomPrompt="1" idx="3" type="title"/>
          </p:nvPr>
        </p:nvSpPr>
        <p:spPr>
          <a:xfrm>
            <a:off x="2002338" y="1648846"/>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5" name="Google Shape;835;p95"/>
          <p:cNvSpPr txBox="1"/>
          <p:nvPr>
            <p:ph idx="4" type="subTitle"/>
          </p:nvPr>
        </p:nvSpPr>
        <p:spPr>
          <a:xfrm>
            <a:off x="4697685" y="2729830"/>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36" name="Google Shape;836;p95"/>
          <p:cNvSpPr txBox="1"/>
          <p:nvPr>
            <p:ph idx="5" type="subTitle"/>
          </p:nvPr>
        </p:nvSpPr>
        <p:spPr>
          <a:xfrm>
            <a:off x="4697681" y="2406570"/>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837" name="Google Shape;837;p95"/>
          <p:cNvSpPr txBox="1"/>
          <p:nvPr>
            <p:ph hasCustomPrompt="1" idx="6" type="title"/>
          </p:nvPr>
        </p:nvSpPr>
        <p:spPr>
          <a:xfrm>
            <a:off x="2002350" y="4113728"/>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8" name="Google Shape;838;p95"/>
          <p:cNvSpPr txBox="1"/>
          <p:nvPr>
            <p:ph idx="7" type="subTitle"/>
          </p:nvPr>
        </p:nvSpPr>
        <p:spPr>
          <a:xfrm>
            <a:off x="4697683" y="396807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39" name="Google Shape;839;p95"/>
          <p:cNvSpPr txBox="1"/>
          <p:nvPr>
            <p:ph idx="8" type="subTitle"/>
          </p:nvPr>
        </p:nvSpPr>
        <p:spPr>
          <a:xfrm>
            <a:off x="4697675" y="364481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840" name="Google Shape;840;p95"/>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841" name="Google Shape;841;p95"/>
          <p:cNvGrpSpPr/>
          <p:nvPr/>
        </p:nvGrpSpPr>
        <p:grpSpPr>
          <a:xfrm>
            <a:off x="-9525" y="11"/>
            <a:ext cx="9163050" cy="5153037"/>
            <a:chOff x="-9525" y="11"/>
            <a:chExt cx="9163050" cy="5153037"/>
          </a:xfrm>
        </p:grpSpPr>
        <p:grpSp>
          <p:nvGrpSpPr>
            <p:cNvPr id="842" name="Google Shape;842;p95"/>
            <p:cNvGrpSpPr/>
            <p:nvPr/>
          </p:nvGrpSpPr>
          <p:grpSpPr>
            <a:xfrm>
              <a:off x="-9525" y="2709275"/>
              <a:ext cx="1558778" cy="2443773"/>
              <a:chOff x="-9525" y="2709275"/>
              <a:chExt cx="1558778" cy="2443773"/>
            </a:xfrm>
          </p:grpSpPr>
          <p:sp>
            <p:nvSpPr>
              <p:cNvPr id="843" name="Google Shape;843;p95"/>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5"/>
              <p:cNvSpPr/>
              <p:nvPr/>
            </p:nvSpPr>
            <p:spPr>
              <a:xfrm>
                <a:off x="153150" y="27092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5" name="Google Shape;845;p95"/>
            <p:cNvSpPr/>
            <p:nvPr/>
          </p:nvSpPr>
          <p:spPr>
            <a:xfrm flipH="1" rot="-5400000">
              <a:off x="7339961" y="13287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6" name="Google Shape;846;p95"/>
          <p:cNvSpPr/>
          <p:nvPr/>
        </p:nvSpPr>
        <p:spPr>
          <a:xfrm>
            <a:off x="8230425" y="411372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47" name="Shape 847"/>
        <p:cNvGrpSpPr/>
        <p:nvPr/>
      </p:nvGrpSpPr>
      <p:grpSpPr>
        <a:xfrm>
          <a:off x="0" y="0"/>
          <a:ext cx="0" cy="0"/>
          <a:chOff x="0" y="0"/>
          <a:chExt cx="0" cy="0"/>
        </a:xfrm>
      </p:grpSpPr>
      <p:sp>
        <p:nvSpPr>
          <p:cNvPr id="848" name="Google Shape;848;p96"/>
          <p:cNvSpPr txBox="1"/>
          <p:nvPr>
            <p:ph type="title"/>
          </p:nvPr>
        </p:nvSpPr>
        <p:spPr>
          <a:xfrm>
            <a:off x="3971525" y="694000"/>
            <a:ext cx="4459500" cy="910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849" name="Google Shape;849;p96"/>
          <p:cNvSpPr txBox="1"/>
          <p:nvPr>
            <p:ph idx="1" type="subTitle"/>
          </p:nvPr>
        </p:nvSpPr>
        <p:spPr>
          <a:xfrm>
            <a:off x="3971525" y="1694148"/>
            <a:ext cx="4459500" cy="1203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0" name="Google Shape;850;p96"/>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96"/>
          <p:cNvSpPr/>
          <p:nvPr/>
        </p:nvSpPr>
        <p:spPr>
          <a:xfrm rot="-4279404">
            <a:off x="4085679" y="-2957230"/>
            <a:ext cx="3922572" cy="3368674"/>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2" name="Google Shape;852;p96"/>
          <p:cNvGrpSpPr/>
          <p:nvPr/>
        </p:nvGrpSpPr>
        <p:grpSpPr>
          <a:xfrm rot="-2700000">
            <a:off x="8327828" y="3887114"/>
            <a:ext cx="1454433" cy="1280500"/>
            <a:chOff x="5917100" y="2092158"/>
            <a:chExt cx="1102175" cy="970367"/>
          </a:xfrm>
        </p:grpSpPr>
        <p:sp>
          <p:nvSpPr>
            <p:cNvPr id="853" name="Google Shape;853;p96"/>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96"/>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96"/>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96"/>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96"/>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96"/>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 name="Google Shape;859;p96"/>
          <p:cNvSpPr txBox="1"/>
          <p:nvPr/>
        </p:nvSpPr>
        <p:spPr>
          <a:xfrm>
            <a:off x="3971525" y="3758375"/>
            <a:ext cx="4459500" cy="2922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None/>
            </a:pPr>
            <a:r>
              <a:rPr lang="en" sz="1000">
                <a:solidFill>
                  <a:schemeClr val="dk1"/>
                </a:solidFill>
                <a:latin typeface="Be Vietnam Pro"/>
                <a:ea typeface="Be Vietnam Pro"/>
                <a:cs typeface="Be Vietnam Pro"/>
                <a:sym typeface="Be Vietnam Pro"/>
              </a:rPr>
              <a:t>CREDITS: This presentation template was created by </a:t>
            </a:r>
            <a:r>
              <a:rPr b="1" lang="en" sz="1000" u="sng">
                <a:solidFill>
                  <a:schemeClr val="dk1"/>
                </a:solidFill>
                <a:latin typeface="Be Vietnam Pro"/>
                <a:ea typeface="Be Vietnam Pro"/>
                <a:cs typeface="Be Vietnam Pro"/>
                <a:sym typeface="Be Vietnam Pro"/>
                <a:hlinkClick r:id="rId2">
                  <a:extLst>
                    <a:ext uri="{A12FA001-AC4F-418D-AE19-62706E023703}">
                      <ahyp:hlinkClr val="tx"/>
                    </a:ext>
                  </a:extLst>
                </a:hlinkClick>
              </a:rPr>
              <a:t>Slidesgo</a:t>
            </a:r>
            <a:r>
              <a:rPr lang="en" sz="1000">
                <a:solidFill>
                  <a:schemeClr val="dk1"/>
                </a:solidFill>
                <a:latin typeface="Be Vietnam Pro"/>
                <a:ea typeface="Be Vietnam Pro"/>
                <a:cs typeface="Be Vietnam Pro"/>
                <a:sym typeface="Be Vietnam Pro"/>
              </a:rPr>
              <a:t>, and includes icons by </a:t>
            </a:r>
            <a:r>
              <a:rPr b="1" lang="en" sz="1000" u="sng">
                <a:solidFill>
                  <a:schemeClr val="dk1"/>
                </a:solidFill>
                <a:latin typeface="Be Vietnam Pro"/>
                <a:ea typeface="Be Vietnam Pro"/>
                <a:cs typeface="Be Vietnam Pro"/>
                <a:sym typeface="Be Vietnam Pro"/>
                <a:hlinkClick r:id="rId3">
                  <a:extLst>
                    <a:ext uri="{A12FA001-AC4F-418D-AE19-62706E023703}">
                      <ahyp:hlinkClr val="tx"/>
                    </a:ext>
                  </a:extLst>
                </a:hlinkClick>
              </a:rPr>
              <a:t>Flaticon</a:t>
            </a:r>
            <a:r>
              <a:rPr lang="en" sz="1000">
                <a:solidFill>
                  <a:schemeClr val="dk1"/>
                </a:solidFill>
                <a:latin typeface="Be Vietnam Pro"/>
                <a:ea typeface="Be Vietnam Pro"/>
                <a:cs typeface="Be Vietnam Pro"/>
                <a:sym typeface="Be Vietnam Pro"/>
              </a:rPr>
              <a:t> and infographics &amp; images by </a:t>
            </a:r>
            <a:r>
              <a:rPr b="1" lang="en" sz="1000" u="sng">
                <a:solidFill>
                  <a:schemeClr val="dk1"/>
                </a:solidFill>
                <a:latin typeface="Be Vietnam Pro"/>
                <a:ea typeface="Be Vietnam Pro"/>
                <a:cs typeface="Be Vietnam Pro"/>
                <a:sym typeface="Be Vietnam Pro"/>
                <a:hlinkClick r:id="rId4">
                  <a:extLst>
                    <a:ext uri="{A12FA001-AC4F-418D-AE19-62706E023703}">
                      <ahyp:hlinkClr val="tx"/>
                    </a:ext>
                  </a:extLst>
                </a:hlinkClick>
              </a:rPr>
              <a:t>Freepik</a:t>
            </a:r>
            <a:endParaRPr b="1" sz="1000" u="sng">
              <a:solidFill>
                <a:schemeClr val="dk1"/>
              </a:solidFill>
              <a:latin typeface="Be Vietnam Pro"/>
              <a:ea typeface="Be Vietnam Pro"/>
              <a:cs typeface="Be Vietnam Pro"/>
              <a:sym typeface="Be Vietnam Pro"/>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60" name="Shape 860"/>
        <p:cNvGrpSpPr/>
        <p:nvPr/>
      </p:nvGrpSpPr>
      <p:grpSpPr>
        <a:xfrm>
          <a:off x="0" y="0"/>
          <a:ext cx="0" cy="0"/>
          <a:chOff x="0" y="0"/>
          <a:chExt cx="0" cy="0"/>
        </a:xfrm>
      </p:grpSpPr>
      <p:grpSp>
        <p:nvGrpSpPr>
          <p:cNvPr id="861" name="Google Shape;861;p97"/>
          <p:cNvGrpSpPr/>
          <p:nvPr/>
        </p:nvGrpSpPr>
        <p:grpSpPr>
          <a:xfrm rot="-3841284">
            <a:off x="31098" y="3763536"/>
            <a:ext cx="1454351" cy="1280427"/>
            <a:chOff x="5917100" y="2092158"/>
            <a:chExt cx="1102175" cy="970367"/>
          </a:xfrm>
        </p:grpSpPr>
        <p:sp>
          <p:nvSpPr>
            <p:cNvPr id="862" name="Google Shape;862;p97"/>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97"/>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97"/>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97"/>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97"/>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97"/>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97"/>
          <p:cNvGrpSpPr/>
          <p:nvPr/>
        </p:nvGrpSpPr>
        <p:grpSpPr>
          <a:xfrm>
            <a:off x="-76205" y="-76198"/>
            <a:ext cx="1818296" cy="2255930"/>
            <a:chOff x="-76205" y="-76198"/>
            <a:chExt cx="1818296" cy="2255930"/>
          </a:xfrm>
        </p:grpSpPr>
        <p:sp>
          <p:nvSpPr>
            <p:cNvPr id="869" name="Google Shape;869;p97"/>
            <p:cNvSpPr/>
            <p:nvPr/>
          </p:nvSpPr>
          <p:spPr>
            <a:xfrm>
              <a:off x="-76205" y="-76198"/>
              <a:ext cx="1818296" cy="2255930"/>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97"/>
            <p:cNvSpPr/>
            <p:nvPr/>
          </p:nvSpPr>
          <p:spPr>
            <a:xfrm>
              <a:off x="463125" y="17061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71" name="Shape 871"/>
        <p:cNvGrpSpPr/>
        <p:nvPr/>
      </p:nvGrpSpPr>
      <p:grpSpPr>
        <a:xfrm>
          <a:off x="0" y="0"/>
          <a:ext cx="0" cy="0"/>
          <a:chOff x="0" y="0"/>
          <a:chExt cx="0" cy="0"/>
        </a:xfrm>
      </p:grpSpPr>
      <p:sp>
        <p:nvSpPr>
          <p:cNvPr id="872" name="Google Shape;872;p98"/>
          <p:cNvSpPr/>
          <p:nvPr/>
        </p:nvSpPr>
        <p:spPr>
          <a:xfrm>
            <a:off x="8075500" y="31523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98"/>
          <p:cNvSpPr/>
          <p:nvPr/>
        </p:nvSpPr>
        <p:spPr>
          <a:xfrm>
            <a:off x="6534975" y="3273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874" name="Shape 874"/>
        <p:cNvGrpSpPr/>
        <p:nvPr/>
      </p:nvGrpSpPr>
      <p:grpSpPr>
        <a:xfrm>
          <a:off x="0" y="0"/>
          <a:ext cx="0" cy="0"/>
          <a:chOff x="0" y="0"/>
          <a:chExt cx="0" cy="0"/>
        </a:xfrm>
      </p:grpSpPr>
      <p:grpSp>
        <p:nvGrpSpPr>
          <p:cNvPr id="875" name="Google Shape;875;p99"/>
          <p:cNvGrpSpPr/>
          <p:nvPr/>
        </p:nvGrpSpPr>
        <p:grpSpPr>
          <a:xfrm>
            <a:off x="2794889" y="-133343"/>
            <a:ext cx="3554222" cy="1347930"/>
            <a:chOff x="2472250" y="-133343"/>
            <a:chExt cx="3554222" cy="1347930"/>
          </a:xfrm>
        </p:grpSpPr>
        <p:sp>
          <p:nvSpPr>
            <p:cNvPr id="876" name="Google Shape;876;p99"/>
            <p:cNvSpPr/>
            <p:nvPr/>
          </p:nvSpPr>
          <p:spPr>
            <a:xfrm>
              <a:off x="2472250" y="-133343"/>
              <a:ext cx="3554222" cy="1170202"/>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99"/>
            <p:cNvSpPr/>
            <p:nvPr/>
          </p:nvSpPr>
          <p:spPr>
            <a:xfrm>
              <a:off x="3429750" y="818888"/>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9a8bd54358_72_0)">
  <p:cSld name="Generated (g39a8bd54358_72_0)">
    <p:spTree>
      <p:nvGrpSpPr>
        <p:cNvPr id="878" name="Shape 878"/>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1">
  <p:cSld name="Title and text 3 (g39a8bd54358_29_0)">
    <p:spTree>
      <p:nvGrpSpPr>
        <p:cNvPr id="879" name="Shape 879"/>
        <p:cNvGrpSpPr/>
        <p:nvPr/>
      </p:nvGrpSpPr>
      <p:grpSpPr>
        <a:xfrm>
          <a:off x="0" y="0"/>
          <a:ext cx="0" cy="0"/>
          <a:chOff x="0" y="0"/>
          <a:chExt cx="0" cy="0"/>
        </a:xfrm>
      </p:grpSpPr>
      <p:sp>
        <p:nvSpPr>
          <p:cNvPr id="880" name="Google Shape;880;p101"/>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881" name="Google Shape;881;p101"/>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2">
  <p:cSld name="Title and text 3 (g39a8bd54358_58_0)">
    <p:spTree>
      <p:nvGrpSpPr>
        <p:cNvPr id="882" name="Shape 882"/>
        <p:cNvGrpSpPr/>
        <p:nvPr/>
      </p:nvGrpSpPr>
      <p:grpSpPr>
        <a:xfrm>
          <a:off x="0" y="0"/>
          <a:ext cx="0" cy="0"/>
          <a:chOff x="0" y="0"/>
          <a:chExt cx="0" cy="0"/>
        </a:xfrm>
      </p:grpSpPr>
      <p:sp>
        <p:nvSpPr>
          <p:cNvPr id="883" name="Google Shape;883;p102"/>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884" name="Google Shape;884;p102"/>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8" name="Shape 888"/>
        <p:cNvGrpSpPr/>
        <p:nvPr/>
      </p:nvGrpSpPr>
      <p:grpSpPr>
        <a:xfrm>
          <a:off x="0" y="0"/>
          <a:ext cx="0" cy="0"/>
          <a:chOff x="0" y="0"/>
          <a:chExt cx="0" cy="0"/>
        </a:xfrm>
      </p:grpSpPr>
      <p:sp>
        <p:nvSpPr>
          <p:cNvPr id="889" name="Google Shape;889;p104"/>
          <p:cNvSpPr txBox="1"/>
          <p:nvPr>
            <p:ph type="ctrTitle"/>
          </p:nvPr>
        </p:nvSpPr>
        <p:spPr>
          <a:xfrm>
            <a:off x="713225" y="1508475"/>
            <a:ext cx="4113900" cy="1610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90" name="Google Shape;890;p104"/>
          <p:cNvSpPr txBox="1"/>
          <p:nvPr>
            <p:ph idx="1" type="subTitle"/>
          </p:nvPr>
        </p:nvSpPr>
        <p:spPr>
          <a:xfrm>
            <a:off x="713225" y="3159225"/>
            <a:ext cx="41139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91" name="Google Shape;891;p104"/>
          <p:cNvGrpSpPr/>
          <p:nvPr/>
        </p:nvGrpSpPr>
        <p:grpSpPr>
          <a:xfrm rot="1586796">
            <a:off x="-13996" y="143600"/>
            <a:ext cx="1454426" cy="1280493"/>
            <a:chOff x="5917100" y="2092158"/>
            <a:chExt cx="1102175" cy="970367"/>
          </a:xfrm>
        </p:grpSpPr>
        <p:sp>
          <p:nvSpPr>
            <p:cNvPr id="892" name="Google Shape;892;p104"/>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04"/>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04"/>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04"/>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04"/>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04"/>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104"/>
          <p:cNvGrpSpPr/>
          <p:nvPr/>
        </p:nvGrpSpPr>
        <p:grpSpPr>
          <a:xfrm>
            <a:off x="0" y="2687325"/>
            <a:ext cx="1558778" cy="2456198"/>
            <a:chOff x="0" y="2687325"/>
            <a:chExt cx="1558778" cy="2456198"/>
          </a:xfrm>
        </p:grpSpPr>
        <p:sp>
          <p:nvSpPr>
            <p:cNvPr id="899" name="Google Shape;899;p104"/>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04"/>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1" name="Google Shape;901;p104"/>
          <p:cNvSpPr/>
          <p:nvPr/>
        </p:nvSpPr>
        <p:spPr>
          <a:xfrm>
            <a:off x="-446850" y="42641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2" name="Shape 902"/>
        <p:cNvGrpSpPr/>
        <p:nvPr/>
      </p:nvGrpSpPr>
      <p:grpSpPr>
        <a:xfrm>
          <a:off x="0" y="0"/>
          <a:ext cx="0" cy="0"/>
          <a:chOff x="0" y="0"/>
          <a:chExt cx="0" cy="0"/>
        </a:xfrm>
      </p:grpSpPr>
      <p:sp>
        <p:nvSpPr>
          <p:cNvPr id="903" name="Google Shape;903;p105"/>
          <p:cNvSpPr txBox="1"/>
          <p:nvPr>
            <p:ph type="title"/>
          </p:nvPr>
        </p:nvSpPr>
        <p:spPr>
          <a:xfrm>
            <a:off x="3821325" y="2423475"/>
            <a:ext cx="4609500" cy="7926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04" name="Google Shape;904;p105"/>
          <p:cNvSpPr txBox="1"/>
          <p:nvPr>
            <p:ph hasCustomPrompt="1" idx="2" type="title"/>
          </p:nvPr>
        </p:nvSpPr>
        <p:spPr>
          <a:xfrm>
            <a:off x="7276975" y="1482534"/>
            <a:ext cx="11538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05" name="Google Shape;905;p105"/>
          <p:cNvSpPr txBox="1"/>
          <p:nvPr>
            <p:ph idx="1" type="subTitle"/>
          </p:nvPr>
        </p:nvSpPr>
        <p:spPr>
          <a:xfrm>
            <a:off x="3821325" y="3214526"/>
            <a:ext cx="46095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06" name="Google Shape;906;p105"/>
          <p:cNvGrpSpPr/>
          <p:nvPr/>
        </p:nvGrpSpPr>
        <p:grpSpPr>
          <a:xfrm>
            <a:off x="7891425" y="1"/>
            <a:ext cx="1252576" cy="1567250"/>
            <a:chOff x="7891425" y="1"/>
            <a:chExt cx="1252576" cy="1567250"/>
          </a:xfrm>
        </p:grpSpPr>
        <p:sp>
          <p:nvSpPr>
            <p:cNvPr id="907" name="Google Shape;907;p105"/>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05"/>
            <p:cNvSpPr/>
            <p:nvPr/>
          </p:nvSpPr>
          <p:spPr>
            <a:xfrm>
              <a:off x="7891425" y="193450"/>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09" name="Shape 909"/>
        <p:cNvGrpSpPr/>
        <p:nvPr/>
      </p:nvGrpSpPr>
      <p:grpSpPr>
        <a:xfrm>
          <a:off x="0" y="0"/>
          <a:ext cx="0" cy="0"/>
          <a:chOff x="0" y="0"/>
          <a:chExt cx="0" cy="0"/>
        </a:xfrm>
      </p:grpSpPr>
      <p:sp>
        <p:nvSpPr>
          <p:cNvPr id="910" name="Google Shape;910;p1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911" name="Google Shape;911;p106"/>
          <p:cNvSpPr txBox="1"/>
          <p:nvPr>
            <p:ph idx="1" type="body"/>
          </p:nvPr>
        </p:nvSpPr>
        <p:spPr>
          <a:xfrm>
            <a:off x="720000" y="1187475"/>
            <a:ext cx="2770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912" name="Google Shape;912;p106"/>
          <p:cNvSpPr/>
          <p:nvPr/>
        </p:nvSpPr>
        <p:spPr>
          <a:xfrm flipH="1">
            <a:off x="8430773" y="2945775"/>
            <a:ext cx="789426" cy="235733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3" name="Google Shape;913;p106"/>
          <p:cNvGrpSpPr/>
          <p:nvPr/>
        </p:nvGrpSpPr>
        <p:grpSpPr>
          <a:xfrm>
            <a:off x="-6" y="-57775"/>
            <a:ext cx="1343051" cy="2012425"/>
            <a:chOff x="-6" y="-57775"/>
            <a:chExt cx="1343051" cy="2012425"/>
          </a:xfrm>
        </p:grpSpPr>
        <p:sp>
          <p:nvSpPr>
            <p:cNvPr id="914" name="Google Shape;914;p106"/>
            <p:cNvSpPr/>
            <p:nvPr/>
          </p:nvSpPr>
          <p:spPr>
            <a:xfrm>
              <a:off x="-6" y="-57775"/>
              <a:ext cx="1343051" cy="1858013"/>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06"/>
            <p:cNvSpPr/>
            <p:nvPr/>
          </p:nvSpPr>
          <p:spPr>
            <a:xfrm>
              <a:off x="163600" y="1558950"/>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106"/>
          <p:cNvSpPr/>
          <p:nvPr/>
        </p:nvSpPr>
        <p:spPr>
          <a:xfrm>
            <a:off x="1429575" y="46040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7" name="Shape 917"/>
        <p:cNvGrpSpPr/>
        <p:nvPr/>
      </p:nvGrpSpPr>
      <p:grpSpPr>
        <a:xfrm>
          <a:off x="0" y="0"/>
          <a:ext cx="0" cy="0"/>
          <a:chOff x="0" y="0"/>
          <a:chExt cx="0" cy="0"/>
        </a:xfrm>
      </p:grpSpPr>
      <p:sp>
        <p:nvSpPr>
          <p:cNvPr id="918" name="Google Shape;918;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919" name="Google Shape;919;p107"/>
          <p:cNvSpPr txBox="1"/>
          <p:nvPr>
            <p:ph idx="1" type="subTitle"/>
          </p:nvPr>
        </p:nvSpPr>
        <p:spPr>
          <a:xfrm>
            <a:off x="5055280"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20" name="Google Shape;920;p107"/>
          <p:cNvSpPr txBox="1"/>
          <p:nvPr>
            <p:ph idx="2" type="subTitle"/>
          </p:nvPr>
        </p:nvSpPr>
        <p:spPr>
          <a:xfrm>
            <a:off x="1583188" y="4031296"/>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21" name="Google Shape;921;p107"/>
          <p:cNvSpPr txBox="1"/>
          <p:nvPr>
            <p:ph idx="3" type="subTitle"/>
          </p:nvPr>
        </p:nvSpPr>
        <p:spPr>
          <a:xfrm>
            <a:off x="5055280"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2" name="Google Shape;922;p107"/>
          <p:cNvSpPr txBox="1"/>
          <p:nvPr>
            <p:ph idx="4" type="subTitle"/>
          </p:nvPr>
        </p:nvSpPr>
        <p:spPr>
          <a:xfrm>
            <a:off x="1583188" y="3686000"/>
            <a:ext cx="2505600" cy="45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23" name="Google Shape;923;p107"/>
          <p:cNvGrpSpPr/>
          <p:nvPr/>
        </p:nvGrpSpPr>
        <p:grpSpPr>
          <a:xfrm flipH="1" rot="4252875">
            <a:off x="-462158" y="3843033"/>
            <a:ext cx="1454415" cy="1280483"/>
            <a:chOff x="5917100" y="2092158"/>
            <a:chExt cx="1102175" cy="970367"/>
          </a:xfrm>
        </p:grpSpPr>
        <p:sp>
          <p:nvSpPr>
            <p:cNvPr id="924" name="Google Shape;924;p107"/>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07"/>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07"/>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07"/>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07"/>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07"/>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0" name="Google Shape;930;p107"/>
          <p:cNvSpPr/>
          <p:nvPr/>
        </p:nvSpPr>
        <p:spPr>
          <a:xfrm>
            <a:off x="7925625" y="-148520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1" name="Google Shape;931;p107"/>
          <p:cNvGrpSpPr/>
          <p:nvPr/>
        </p:nvGrpSpPr>
        <p:grpSpPr>
          <a:xfrm>
            <a:off x="0" y="0"/>
            <a:ext cx="9220200" cy="5219696"/>
            <a:chOff x="0" y="0"/>
            <a:chExt cx="9220200" cy="5219696"/>
          </a:xfrm>
        </p:grpSpPr>
        <p:grpSp>
          <p:nvGrpSpPr>
            <p:cNvPr id="932" name="Google Shape;932;p107"/>
            <p:cNvGrpSpPr/>
            <p:nvPr/>
          </p:nvGrpSpPr>
          <p:grpSpPr>
            <a:xfrm>
              <a:off x="0" y="0"/>
              <a:ext cx="1558778" cy="2416275"/>
              <a:chOff x="0" y="0"/>
              <a:chExt cx="1558778" cy="2416275"/>
            </a:xfrm>
          </p:grpSpPr>
          <p:sp>
            <p:nvSpPr>
              <p:cNvPr id="933" name="Google Shape;933;p107"/>
              <p:cNvSpPr/>
              <p:nvPr/>
            </p:nvSpPr>
            <p:spPr>
              <a:xfrm flipH="1" rot="10800000">
                <a:off x="0" y="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07"/>
              <p:cNvSpPr/>
              <p:nvPr/>
            </p:nvSpPr>
            <p:spPr>
              <a:xfrm>
                <a:off x="67425" y="202057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107"/>
            <p:cNvSpPr/>
            <p:nvPr/>
          </p:nvSpPr>
          <p:spPr>
            <a:xfrm rot="10800000">
              <a:off x="7762898" y="2695559"/>
              <a:ext cx="1457301" cy="25241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6" name="Shape 936"/>
        <p:cNvGrpSpPr/>
        <p:nvPr/>
      </p:nvGrpSpPr>
      <p:grpSpPr>
        <a:xfrm>
          <a:off x="0" y="0"/>
          <a:ext cx="0" cy="0"/>
          <a:chOff x="0" y="0"/>
          <a:chExt cx="0" cy="0"/>
        </a:xfrm>
      </p:grpSpPr>
      <p:sp>
        <p:nvSpPr>
          <p:cNvPr id="937" name="Google Shape;937;p1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938" name="Google Shape;938;p108"/>
          <p:cNvGrpSpPr/>
          <p:nvPr/>
        </p:nvGrpSpPr>
        <p:grpSpPr>
          <a:xfrm>
            <a:off x="2" y="1"/>
            <a:ext cx="9191623" cy="4895872"/>
            <a:chOff x="2" y="1"/>
            <a:chExt cx="9191623" cy="4895872"/>
          </a:xfrm>
        </p:grpSpPr>
        <p:grpSp>
          <p:nvGrpSpPr>
            <p:cNvPr id="939" name="Google Shape;939;p108"/>
            <p:cNvGrpSpPr/>
            <p:nvPr/>
          </p:nvGrpSpPr>
          <p:grpSpPr>
            <a:xfrm>
              <a:off x="2" y="1"/>
              <a:ext cx="9191623" cy="4895872"/>
              <a:chOff x="2" y="1"/>
              <a:chExt cx="9191623" cy="4895872"/>
            </a:xfrm>
          </p:grpSpPr>
          <p:sp>
            <p:nvSpPr>
              <p:cNvPr id="940" name="Google Shape;940;p108"/>
              <p:cNvSpPr/>
              <p:nvPr/>
            </p:nvSpPr>
            <p:spPr>
              <a:xfrm flipH="1">
                <a:off x="8543928" y="1904100"/>
                <a:ext cx="647697" cy="2991773"/>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08"/>
              <p:cNvSpPr/>
              <p:nvPr/>
            </p:nvSpPr>
            <p:spPr>
              <a:xfrm flipH="1">
                <a:off x="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2" name="Google Shape;942;p108"/>
            <p:cNvSpPr/>
            <p:nvPr/>
          </p:nvSpPr>
          <p:spPr>
            <a:xfrm>
              <a:off x="8669925" y="200175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3" name="Google Shape;943;p108"/>
          <p:cNvSpPr/>
          <p:nvPr/>
        </p:nvSpPr>
        <p:spPr>
          <a:xfrm rot="7432487">
            <a:off x="1805773" y="4662469"/>
            <a:ext cx="3922632" cy="336872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44" name="Shape 944"/>
        <p:cNvGrpSpPr/>
        <p:nvPr/>
      </p:nvGrpSpPr>
      <p:grpSpPr>
        <a:xfrm>
          <a:off x="0" y="0"/>
          <a:ext cx="0" cy="0"/>
          <a:chOff x="0" y="0"/>
          <a:chExt cx="0" cy="0"/>
        </a:xfrm>
      </p:grpSpPr>
      <p:sp>
        <p:nvSpPr>
          <p:cNvPr id="945" name="Google Shape;945;p109"/>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946" name="Google Shape;946;p109"/>
          <p:cNvGrpSpPr/>
          <p:nvPr/>
        </p:nvGrpSpPr>
        <p:grpSpPr>
          <a:xfrm>
            <a:off x="-5" y="-45596"/>
            <a:ext cx="9198312" cy="5189097"/>
            <a:chOff x="-5" y="-45596"/>
            <a:chExt cx="9198312" cy="5189097"/>
          </a:xfrm>
        </p:grpSpPr>
        <p:sp>
          <p:nvSpPr>
            <p:cNvPr id="947" name="Google Shape;947;p109"/>
            <p:cNvSpPr/>
            <p:nvPr/>
          </p:nvSpPr>
          <p:spPr>
            <a:xfrm flipH="1" rot="10800000">
              <a:off x="-5" y="3505185"/>
              <a:ext cx="1514484" cy="1638316"/>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09"/>
            <p:cNvSpPr/>
            <p:nvPr/>
          </p:nvSpPr>
          <p:spPr>
            <a:xfrm>
              <a:off x="58825" y="326392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09"/>
            <p:cNvSpPr/>
            <p:nvPr/>
          </p:nvSpPr>
          <p:spPr>
            <a:xfrm>
              <a:off x="5610225" y="-45596"/>
              <a:ext cx="3588082" cy="490624"/>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0" name="Google Shape;950;p109"/>
          <p:cNvSpPr txBox="1"/>
          <p:nvPr>
            <p:ph idx="1" type="body"/>
          </p:nvPr>
        </p:nvSpPr>
        <p:spPr>
          <a:xfrm>
            <a:off x="720000" y="1751700"/>
            <a:ext cx="4121700" cy="2145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1" name="Shape 951"/>
        <p:cNvGrpSpPr/>
        <p:nvPr/>
      </p:nvGrpSpPr>
      <p:grpSpPr>
        <a:xfrm>
          <a:off x="0" y="0"/>
          <a:ext cx="0" cy="0"/>
          <a:chOff x="0" y="0"/>
          <a:chExt cx="0" cy="0"/>
        </a:xfrm>
      </p:grpSpPr>
      <p:sp>
        <p:nvSpPr>
          <p:cNvPr id="952" name="Google Shape;952;p110"/>
          <p:cNvSpPr txBox="1"/>
          <p:nvPr>
            <p:ph type="title"/>
          </p:nvPr>
        </p:nvSpPr>
        <p:spPr>
          <a:xfrm>
            <a:off x="1768500" y="1516200"/>
            <a:ext cx="5607000" cy="21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3" name="Shape 953"/>
        <p:cNvGrpSpPr/>
        <p:nvPr/>
      </p:nvGrpSpPr>
      <p:grpSpPr>
        <a:xfrm>
          <a:off x="0" y="0"/>
          <a:ext cx="0" cy="0"/>
          <a:chOff x="0" y="0"/>
          <a:chExt cx="0" cy="0"/>
        </a:xfrm>
      </p:grpSpPr>
      <p:sp>
        <p:nvSpPr>
          <p:cNvPr id="954" name="Google Shape;954;p111"/>
          <p:cNvSpPr txBox="1"/>
          <p:nvPr>
            <p:ph type="title"/>
          </p:nvPr>
        </p:nvSpPr>
        <p:spPr>
          <a:xfrm>
            <a:off x="2135550" y="1595175"/>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sz="65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
        <p:nvSpPr>
          <p:cNvPr id="955" name="Google Shape;955;p111"/>
          <p:cNvSpPr txBox="1"/>
          <p:nvPr>
            <p:ph idx="1" type="subTitle"/>
          </p:nvPr>
        </p:nvSpPr>
        <p:spPr>
          <a:xfrm>
            <a:off x="2135550" y="2756615"/>
            <a:ext cx="4872900" cy="79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56" name="Shape 956"/>
        <p:cNvGrpSpPr/>
        <p:nvPr/>
      </p:nvGrpSpPr>
      <p:grpSpPr>
        <a:xfrm>
          <a:off x="0" y="0"/>
          <a:ext cx="0" cy="0"/>
          <a:chOff x="0" y="0"/>
          <a:chExt cx="0" cy="0"/>
        </a:xfrm>
      </p:grpSpPr>
      <p:sp>
        <p:nvSpPr>
          <p:cNvPr id="957" name="Google Shape;957;p112"/>
          <p:cNvSpPr/>
          <p:nvPr>
            <p:ph idx="2" type="pic"/>
          </p:nvPr>
        </p:nvSpPr>
        <p:spPr>
          <a:xfrm>
            <a:off x="-25" y="-13725"/>
            <a:ext cx="9144000" cy="5157300"/>
          </a:xfrm>
          <a:prstGeom prst="rect">
            <a:avLst/>
          </a:prstGeom>
          <a:noFill/>
          <a:ln>
            <a:noFill/>
          </a:ln>
        </p:spPr>
      </p:sp>
      <p:sp>
        <p:nvSpPr>
          <p:cNvPr id="958" name="Google Shape;958;p112"/>
          <p:cNvSpPr txBox="1"/>
          <p:nvPr>
            <p:ph type="title"/>
          </p:nvPr>
        </p:nvSpPr>
        <p:spPr>
          <a:xfrm>
            <a:off x="720000" y="3445500"/>
            <a:ext cx="3616800" cy="11418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9" name="Shape 959"/>
        <p:cNvGrpSpPr/>
        <p:nvPr/>
      </p:nvGrpSpPr>
      <p:grpSpPr>
        <a:xfrm>
          <a:off x="0" y="0"/>
          <a:ext cx="0" cy="0"/>
          <a:chOff x="0" y="0"/>
          <a:chExt cx="0" cy="0"/>
        </a:xfrm>
      </p:grpSpPr>
      <p:sp>
        <p:nvSpPr>
          <p:cNvPr id="960" name="Google Shape;960;p113"/>
          <p:cNvSpPr txBox="1"/>
          <p:nvPr>
            <p:ph hasCustomPrompt="1" type="title"/>
          </p:nvPr>
        </p:nvSpPr>
        <p:spPr>
          <a:xfrm>
            <a:off x="1284000" y="1902050"/>
            <a:ext cx="6576000" cy="943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61" name="Google Shape;961;p113"/>
          <p:cNvSpPr txBox="1"/>
          <p:nvPr>
            <p:ph idx="1" type="subTitle"/>
          </p:nvPr>
        </p:nvSpPr>
        <p:spPr>
          <a:xfrm>
            <a:off x="1284000" y="2845750"/>
            <a:ext cx="6576000" cy="39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62" name="Shape 962"/>
        <p:cNvGrpSpPr/>
        <p:nvPr/>
      </p:nvGrpSpPr>
      <p:grpSpPr>
        <a:xfrm>
          <a:off x="0" y="0"/>
          <a:ext cx="0" cy="0"/>
          <a:chOff x="0" y="0"/>
          <a:chExt cx="0" cy="0"/>
        </a:xfrm>
      </p:grpSpPr>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63" name="Shape 963"/>
        <p:cNvGrpSpPr/>
        <p:nvPr/>
      </p:nvGrpSpPr>
      <p:grpSpPr>
        <a:xfrm>
          <a:off x="0" y="0"/>
          <a:ext cx="0" cy="0"/>
          <a:chOff x="0" y="0"/>
          <a:chExt cx="0" cy="0"/>
        </a:xfrm>
      </p:grpSpPr>
      <p:sp>
        <p:nvSpPr>
          <p:cNvPr id="964" name="Google Shape;964;p1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965" name="Google Shape;965;p115"/>
          <p:cNvSpPr txBox="1"/>
          <p:nvPr>
            <p:ph idx="1" type="subTitle"/>
          </p:nvPr>
        </p:nvSpPr>
        <p:spPr>
          <a:xfrm>
            <a:off x="713175"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6" name="Google Shape;966;p115"/>
          <p:cNvSpPr txBox="1"/>
          <p:nvPr>
            <p:ph idx="2" type="subTitle"/>
          </p:nvPr>
        </p:nvSpPr>
        <p:spPr>
          <a:xfrm>
            <a:off x="3394784"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7" name="Google Shape;967;p115"/>
          <p:cNvSpPr txBox="1"/>
          <p:nvPr>
            <p:ph idx="3" type="subTitle"/>
          </p:nvPr>
        </p:nvSpPr>
        <p:spPr>
          <a:xfrm>
            <a:off x="2053983"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8" name="Google Shape;968;p115"/>
          <p:cNvSpPr txBox="1"/>
          <p:nvPr>
            <p:ph idx="4" type="subTitle"/>
          </p:nvPr>
        </p:nvSpPr>
        <p:spPr>
          <a:xfrm>
            <a:off x="4735668" y="3872374"/>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9" name="Google Shape;969;p115"/>
          <p:cNvSpPr txBox="1"/>
          <p:nvPr>
            <p:ph idx="5" type="subTitle"/>
          </p:nvPr>
        </p:nvSpPr>
        <p:spPr>
          <a:xfrm>
            <a:off x="6076376" y="2139189"/>
            <a:ext cx="2354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70" name="Google Shape;970;p115"/>
          <p:cNvSpPr txBox="1"/>
          <p:nvPr>
            <p:ph hasCustomPrompt="1" idx="6" type="title"/>
          </p:nvPr>
        </p:nvSpPr>
        <p:spPr>
          <a:xfrm>
            <a:off x="1515259"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1" name="Google Shape;971;p115"/>
          <p:cNvSpPr txBox="1"/>
          <p:nvPr>
            <p:ph hasCustomPrompt="1" idx="7" type="title"/>
          </p:nvPr>
        </p:nvSpPr>
        <p:spPr>
          <a:xfrm>
            <a:off x="2856067"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2" name="Google Shape;972;p115"/>
          <p:cNvSpPr txBox="1"/>
          <p:nvPr>
            <p:ph hasCustomPrompt="1" idx="8" type="title"/>
          </p:nvPr>
        </p:nvSpPr>
        <p:spPr>
          <a:xfrm>
            <a:off x="4196868"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3" name="Google Shape;973;p115"/>
          <p:cNvSpPr txBox="1"/>
          <p:nvPr>
            <p:ph hasCustomPrompt="1" idx="9" type="title"/>
          </p:nvPr>
        </p:nvSpPr>
        <p:spPr>
          <a:xfrm>
            <a:off x="5537752" y="30522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4" name="Google Shape;974;p115"/>
          <p:cNvSpPr txBox="1"/>
          <p:nvPr>
            <p:ph hasCustomPrompt="1" idx="13" type="title"/>
          </p:nvPr>
        </p:nvSpPr>
        <p:spPr>
          <a:xfrm>
            <a:off x="6878460" y="1319600"/>
            <a:ext cx="7503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5" name="Google Shape;975;p115"/>
          <p:cNvSpPr txBox="1"/>
          <p:nvPr>
            <p:ph idx="14" type="subTitle"/>
          </p:nvPr>
        </p:nvSpPr>
        <p:spPr>
          <a:xfrm>
            <a:off x="713175"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76" name="Google Shape;976;p115"/>
          <p:cNvSpPr txBox="1"/>
          <p:nvPr>
            <p:ph idx="15" type="subTitle"/>
          </p:nvPr>
        </p:nvSpPr>
        <p:spPr>
          <a:xfrm>
            <a:off x="3394784"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77" name="Google Shape;977;p115"/>
          <p:cNvSpPr txBox="1"/>
          <p:nvPr>
            <p:ph idx="16" type="subTitle"/>
          </p:nvPr>
        </p:nvSpPr>
        <p:spPr>
          <a:xfrm>
            <a:off x="6076376" y="1801102"/>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78" name="Google Shape;978;p115"/>
          <p:cNvSpPr txBox="1"/>
          <p:nvPr>
            <p:ph idx="17" type="subTitle"/>
          </p:nvPr>
        </p:nvSpPr>
        <p:spPr>
          <a:xfrm>
            <a:off x="2053983"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79" name="Google Shape;979;p115"/>
          <p:cNvSpPr txBox="1"/>
          <p:nvPr>
            <p:ph idx="18" type="subTitle"/>
          </p:nvPr>
        </p:nvSpPr>
        <p:spPr>
          <a:xfrm>
            <a:off x="4735668" y="3533769"/>
            <a:ext cx="23544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80" name="Google Shape;980;p115"/>
          <p:cNvGrpSpPr/>
          <p:nvPr/>
        </p:nvGrpSpPr>
        <p:grpSpPr>
          <a:xfrm>
            <a:off x="-12420" y="0"/>
            <a:ext cx="9156403" cy="5624539"/>
            <a:chOff x="-12420" y="0"/>
            <a:chExt cx="9156403" cy="5624539"/>
          </a:xfrm>
        </p:grpSpPr>
        <p:sp>
          <p:nvSpPr>
            <p:cNvPr id="981" name="Google Shape;981;p115"/>
            <p:cNvSpPr/>
            <p:nvPr/>
          </p:nvSpPr>
          <p:spPr>
            <a:xfrm rot="5400000">
              <a:off x="-1341184" y="38109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15"/>
            <p:cNvSpPr/>
            <p:nvPr/>
          </p:nvSpPr>
          <p:spPr>
            <a:xfrm>
              <a:off x="6761821" y="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15"/>
            <p:cNvSpPr/>
            <p:nvPr/>
          </p:nvSpPr>
          <p:spPr>
            <a:xfrm>
              <a:off x="210300" y="3578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4" name="Google Shape;984;p115"/>
          <p:cNvSpPr/>
          <p:nvPr/>
        </p:nvSpPr>
        <p:spPr>
          <a:xfrm>
            <a:off x="8430775" y="317379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85" name="Shape 985"/>
        <p:cNvGrpSpPr/>
        <p:nvPr/>
      </p:nvGrpSpPr>
      <p:grpSpPr>
        <a:xfrm>
          <a:off x="0" y="0"/>
          <a:ext cx="0" cy="0"/>
          <a:chOff x="0" y="0"/>
          <a:chExt cx="0" cy="0"/>
        </a:xfrm>
      </p:grpSpPr>
      <p:sp>
        <p:nvSpPr>
          <p:cNvPr id="986" name="Google Shape;986;p116"/>
          <p:cNvSpPr txBox="1"/>
          <p:nvPr>
            <p:ph type="title"/>
          </p:nvPr>
        </p:nvSpPr>
        <p:spPr>
          <a:xfrm>
            <a:off x="713225" y="3768000"/>
            <a:ext cx="4366500" cy="45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7" name="Google Shape;987;p116"/>
          <p:cNvSpPr txBox="1"/>
          <p:nvPr>
            <p:ph idx="1" type="subTitle"/>
          </p:nvPr>
        </p:nvSpPr>
        <p:spPr>
          <a:xfrm>
            <a:off x="713225" y="920100"/>
            <a:ext cx="4366500" cy="2737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988" name="Google Shape;988;p116"/>
          <p:cNvGrpSpPr/>
          <p:nvPr/>
        </p:nvGrpSpPr>
        <p:grpSpPr>
          <a:xfrm>
            <a:off x="-9525" y="2687325"/>
            <a:ext cx="1558778" cy="2465723"/>
            <a:chOff x="-9525" y="2687325"/>
            <a:chExt cx="1558778" cy="2465723"/>
          </a:xfrm>
        </p:grpSpPr>
        <p:sp>
          <p:nvSpPr>
            <p:cNvPr id="989" name="Google Shape;989;p116"/>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16"/>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1" name="Google Shape;991;p116"/>
          <p:cNvGrpSpPr/>
          <p:nvPr/>
        </p:nvGrpSpPr>
        <p:grpSpPr>
          <a:xfrm flipH="1" rot="8988552">
            <a:off x="-128500" y="-534854"/>
            <a:ext cx="1454426" cy="1280493"/>
            <a:chOff x="5917100" y="2092158"/>
            <a:chExt cx="1102175" cy="970367"/>
          </a:xfrm>
        </p:grpSpPr>
        <p:sp>
          <p:nvSpPr>
            <p:cNvPr id="992" name="Google Shape;992;p116"/>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16"/>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16"/>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16"/>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16"/>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16"/>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8" name="Google Shape;998;p116"/>
          <p:cNvSpPr/>
          <p:nvPr/>
        </p:nvSpPr>
        <p:spPr>
          <a:xfrm rot="5400000">
            <a:off x="6313350" y="489735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99" name="Shape 999"/>
        <p:cNvGrpSpPr/>
        <p:nvPr/>
      </p:nvGrpSpPr>
      <p:grpSpPr>
        <a:xfrm>
          <a:off x="0" y="0"/>
          <a:ext cx="0" cy="0"/>
          <a:chOff x="0" y="0"/>
          <a:chExt cx="0" cy="0"/>
        </a:xfrm>
      </p:grpSpPr>
      <p:sp>
        <p:nvSpPr>
          <p:cNvPr id="1000" name="Google Shape;1000;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001" name="Google Shape;1001;p117"/>
          <p:cNvGrpSpPr/>
          <p:nvPr/>
        </p:nvGrpSpPr>
        <p:grpSpPr>
          <a:xfrm>
            <a:off x="-1344725" y="-32523"/>
            <a:ext cx="10488717" cy="6685915"/>
            <a:chOff x="-1344725" y="-32523"/>
            <a:chExt cx="10488717" cy="6685915"/>
          </a:xfrm>
        </p:grpSpPr>
        <p:sp>
          <p:nvSpPr>
            <p:cNvPr id="1002" name="Google Shape;1002;p117"/>
            <p:cNvSpPr/>
            <p:nvPr/>
          </p:nvSpPr>
          <p:spPr>
            <a:xfrm>
              <a:off x="-1344725" y="435247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17"/>
            <p:cNvSpPr/>
            <p:nvPr/>
          </p:nvSpPr>
          <p:spPr>
            <a:xfrm rot="5400000">
              <a:off x="6741954" y="1740877"/>
              <a:ext cx="4175439" cy="628638"/>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17"/>
            <p:cNvSpPr/>
            <p:nvPr/>
          </p:nvSpPr>
          <p:spPr>
            <a:xfrm>
              <a:off x="8582775" y="1720875"/>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5" name="Google Shape;1005;p117"/>
          <p:cNvSpPr/>
          <p:nvPr/>
        </p:nvSpPr>
        <p:spPr>
          <a:xfrm flipH="1">
            <a:off x="-3209362" y="-99243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006" name="Shape 1006"/>
        <p:cNvGrpSpPr/>
        <p:nvPr/>
      </p:nvGrpSpPr>
      <p:grpSpPr>
        <a:xfrm>
          <a:off x="0" y="0"/>
          <a:ext cx="0" cy="0"/>
          <a:chOff x="0" y="0"/>
          <a:chExt cx="0" cy="0"/>
        </a:xfrm>
      </p:grpSpPr>
      <p:sp>
        <p:nvSpPr>
          <p:cNvPr id="1007" name="Google Shape;1007;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008" name="Google Shape;1008;p118"/>
          <p:cNvGrpSpPr/>
          <p:nvPr/>
        </p:nvGrpSpPr>
        <p:grpSpPr>
          <a:xfrm>
            <a:off x="15" y="0"/>
            <a:ext cx="9143991" cy="5143504"/>
            <a:chOff x="15" y="0"/>
            <a:chExt cx="9143991" cy="5143504"/>
          </a:xfrm>
        </p:grpSpPr>
        <p:sp>
          <p:nvSpPr>
            <p:cNvPr id="1009" name="Google Shape;1009;p118"/>
            <p:cNvSpPr/>
            <p:nvPr/>
          </p:nvSpPr>
          <p:spPr>
            <a:xfrm rot="5400000">
              <a:off x="353766" y="-353751"/>
              <a:ext cx="1123932" cy="1831435"/>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18"/>
            <p:cNvSpPr/>
            <p:nvPr/>
          </p:nvSpPr>
          <p:spPr>
            <a:xfrm>
              <a:off x="7218154" y="4084425"/>
              <a:ext cx="1925852" cy="1059079"/>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18"/>
            <p:cNvSpPr/>
            <p:nvPr/>
          </p:nvSpPr>
          <p:spPr>
            <a:xfrm>
              <a:off x="105525" y="8204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2" name="Google Shape;1012;p118"/>
          <p:cNvSpPr/>
          <p:nvPr/>
        </p:nvSpPr>
        <p:spPr>
          <a:xfrm rot="5576500">
            <a:off x="-2910248" y="2359177"/>
            <a:ext cx="3922554" cy="3368658"/>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1013" name="Shape 1013"/>
        <p:cNvGrpSpPr/>
        <p:nvPr/>
      </p:nvGrpSpPr>
      <p:grpSpPr>
        <a:xfrm>
          <a:off x="0" y="0"/>
          <a:ext cx="0" cy="0"/>
          <a:chOff x="0" y="0"/>
          <a:chExt cx="0" cy="0"/>
        </a:xfrm>
      </p:grpSpPr>
      <p:sp>
        <p:nvSpPr>
          <p:cNvPr id="1014" name="Google Shape;1014;p1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015" name="Google Shape;1015;p119"/>
          <p:cNvGrpSpPr/>
          <p:nvPr/>
        </p:nvGrpSpPr>
        <p:grpSpPr>
          <a:xfrm>
            <a:off x="-69570" y="-639075"/>
            <a:ext cx="9213570" cy="5782564"/>
            <a:chOff x="-69570" y="-639075"/>
            <a:chExt cx="9213570" cy="5782564"/>
          </a:xfrm>
        </p:grpSpPr>
        <p:sp>
          <p:nvSpPr>
            <p:cNvPr id="1016" name="Google Shape;1016;p119"/>
            <p:cNvSpPr/>
            <p:nvPr/>
          </p:nvSpPr>
          <p:spPr>
            <a:xfrm flipH="1">
              <a:off x="8443442" y="-639075"/>
              <a:ext cx="700558" cy="2696470"/>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7" name="Google Shape;1017;p119"/>
            <p:cNvGrpSpPr/>
            <p:nvPr/>
          </p:nvGrpSpPr>
          <p:grpSpPr>
            <a:xfrm>
              <a:off x="-69570" y="2001161"/>
              <a:ext cx="618420" cy="3142328"/>
              <a:chOff x="-69570" y="2001161"/>
              <a:chExt cx="618420" cy="3142328"/>
            </a:xfrm>
          </p:grpSpPr>
          <p:sp>
            <p:nvSpPr>
              <p:cNvPr id="1018" name="Google Shape;1018;p119"/>
              <p:cNvSpPr/>
              <p:nvPr/>
            </p:nvSpPr>
            <p:spPr>
              <a:xfrm rot="5400000">
                <a:off x="-1398334" y="332992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19"/>
              <p:cNvSpPr/>
              <p:nvPr/>
            </p:nvSpPr>
            <p:spPr>
              <a:xfrm>
                <a:off x="153150" y="20574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20" name="Google Shape;1020;p119"/>
          <p:cNvSpPr/>
          <p:nvPr/>
        </p:nvSpPr>
        <p:spPr>
          <a:xfrm rot="-6269851">
            <a:off x="8176744" y="2301996"/>
            <a:ext cx="3922614" cy="3368710"/>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21" name="Shape 1021"/>
        <p:cNvGrpSpPr/>
        <p:nvPr/>
      </p:nvGrpSpPr>
      <p:grpSpPr>
        <a:xfrm>
          <a:off x="0" y="0"/>
          <a:ext cx="0" cy="0"/>
          <a:chOff x="0" y="0"/>
          <a:chExt cx="0" cy="0"/>
        </a:xfrm>
      </p:grpSpPr>
      <p:sp>
        <p:nvSpPr>
          <p:cNvPr id="1022" name="Google Shape;1022;p120"/>
          <p:cNvSpPr txBox="1"/>
          <p:nvPr>
            <p:ph type="title"/>
          </p:nvPr>
        </p:nvSpPr>
        <p:spPr>
          <a:xfrm>
            <a:off x="4702800" y="1154688"/>
            <a:ext cx="3728100" cy="1617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23" name="Google Shape;1023;p120"/>
          <p:cNvSpPr txBox="1"/>
          <p:nvPr>
            <p:ph idx="1" type="subTitle"/>
          </p:nvPr>
        </p:nvSpPr>
        <p:spPr>
          <a:xfrm>
            <a:off x="4702800" y="2771413"/>
            <a:ext cx="3728100" cy="1217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4" name="Google Shape;1024;p120"/>
          <p:cNvSpPr/>
          <p:nvPr>
            <p:ph idx="2" type="pic"/>
          </p:nvPr>
        </p:nvSpPr>
        <p:spPr>
          <a:xfrm>
            <a:off x="713225" y="747000"/>
            <a:ext cx="3189000" cy="3649500"/>
          </a:xfrm>
          <a:prstGeom prst="roundRect">
            <a:avLst>
              <a:gd fmla="val 16667" name="adj"/>
            </a:avLst>
          </a:prstGeom>
          <a:noFill/>
          <a:ln>
            <a:noFill/>
          </a:ln>
        </p:spPr>
      </p:sp>
      <p:sp>
        <p:nvSpPr>
          <p:cNvPr id="1025" name="Google Shape;1025;p120"/>
          <p:cNvSpPr/>
          <p:nvPr/>
        </p:nvSpPr>
        <p:spPr>
          <a:xfrm>
            <a:off x="7923100" y="38762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20"/>
          <p:cNvSpPr/>
          <p:nvPr/>
        </p:nvSpPr>
        <p:spPr>
          <a:xfrm>
            <a:off x="8525700" y="-876271"/>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27" name="Shape 1027"/>
        <p:cNvGrpSpPr/>
        <p:nvPr/>
      </p:nvGrpSpPr>
      <p:grpSpPr>
        <a:xfrm>
          <a:off x="0" y="0"/>
          <a:ext cx="0" cy="0"/>
          <a:chOff x="0" y="0"/>
          <a:chExt cx="0" cy="0"/>
        </a:xfrm>
      </p:grpSpPr>
      <p:sp>
        <p:nvSpPr>
          <p:cNvPr id="1028" name="Google Shape;1028;p121"/>
          <p:cNvSpPr txBox="1"/>
          <p:nvPr>
            <p:ph type="title"/>
          </p:nvPr>
        </p:nvSpPr>
        <p:spPr>
          <a:xfrm>
            <a:off x="5680075" y="1326251"/>
            <a:ext cx="2750700" cy="110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29" name="Google Shape;1029;p121"/>
          <p:cNvSpPr txBox="1"/>
          <p:nvPr>
            <p:ph idx="1" type="subTitle"/>
          </p:nvPr>
        </p:nvSpPr>
        <p:spPr>
          <a:xfrm>
            <a:off x="5680075" y="2330344"/>
            <a:ext cx="2750700" cy="154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30" name="Google Shape;1030;p121"/>
          <p:cNvSpPr/>
          <p:nvPr/>
        </p:nvSpPr>
        <p:spPr>
          <a:xfrm>
            <a:off x="6924678" y="3927299"/>
            <a:ext cx="2228880" cy="1225736"/>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21"/>
          <p:cNvSpPr/>
          <p:nvPr/>
        </p:nvSpPr>
        <p:spPr>
          <a:xfrm>
            <a:off x="8382825" y="-13426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032" name="Shape 1032"/>
        <p:cNvGrpSpPr/>
        <p:nvPr/>
      </p:nvGrpSpPr>
      <p:grpSpPr>
        <a:xfrm>
          <a:off x="0" y="0"/>
          <a:ext cx="0" cy="0"/>
          <a:chOff x="0" y="0"/>
          <a:chExt cx="0" cy="0"/>
        </a:xfrm>
      </p:grpSpPr>
      <p:sp>
        <p:nvSpPr>
          <p:cNvPr id="1033" name="Google Shape;1033;p122"/>
          <p:cNvSpPr txBox="1"/>
          <p:nvPr>
            <p:ph type="title"/>
          </p:nvPr>
        </p:nvSpPr>
        <p:spPr>
          <a:xfrm>
            <a:off x="713225" y="1326250"/>
            <a:ext cx="2750700" cy="1100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34" name="Google Shape;1034;p122"/>
          <p:cNvSpPr txBox="1"/>
          <p:nvPr>
            <p:ph idx="1" type="subTitle"/>
          </p:nvPr>
        </p:nvSpPr>
        <p:spPr>
          <a:xfrm>
            <a:off x="713359" y="2330350"/>
            <a:ext cx="2750700" cy="1544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035" name="Google Shape;1035;p122"/>
          <p:cNvGrpSpPr/>
          <p:nvPr/>
        </p:nvGrpSpPr>
        <p:grpSpPr>
          <a:xfrm>
            <a:off x="0" y="2687325"/>
            <a:ext cx="1558778" cy="2456198"/>
            <a:chOff x="0" y="2687325"/>
            <a:chExt cx="1558778" cy="2456198"/>
          </a:xfrm>
        </p:grpSpPr>
        <p:sp>
          <p:nvSpPr>
            <p:cNvPr id="1036" name="Google Shape;1036;p122"/>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22"/>
            <p:cNvSpPr/>
            <p:nvPr/>
          </p:nvSpPr>
          <p:spPr>
            <a:xfrm>
              <a:off x="67425" y="2687325"/>
              <a:ext cx="395700" cy="39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122"/>
          <p:cNvSpPr/>
          <p:nvPr/>
        </p:nvSpPr>
        <p:spPr>
          <a:xfrm rot="-8951246">
            <a:off x="1299276" y="-2993894"/>
            <a:ext cx="3922599" cy="3368697"/>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039" name="Shape 1039"/>
        <p:cNvGrpSpPr/>
        <p:nvPr/>
      </p:nvGrpSpPr>
      <p:grpSpPr>
        <a:xfrm>
          <a:off x="0" y="0"/>
          <a:ext cx="0" cy="0"/>
          <a:chOff x="0" y="0"/>
          <a:chExt cx="0" cy="0"/>
        </a:xfrm>
      </p:grpSpPr>
      <p:sp>
        <p:nvSpPr>
          <p:cNvPr id="1040" name="Google Shape;1040;p123"/>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41" name="Google Shape;1041;p123"/>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2" name="Google Shape;1042;p123"/>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23"/>
          <p:cNvSpPr/>
          <p:nvPr/>
        </p:nvSpPr>
        <p:spPr>
          <a:xfrm>
            <a:off x="8331875" y="-7437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44" name="Shape 1044"/>
        <p:cNvGrpSpPr/>
        <p:nvPr/>
      </p:nvGrpSpPr>
      <p:grpSpPr>
        <a:xfrm>
          <a:off x="0" y="0"/>
          <a:ext cx="0" cy="0"/>
          <a:chOff x="0" y="0"/>
          <a:chExt cx="0" cy="0"/>
        </a:xfrm>
      </p:grpSpPr>
      <p:sp>
        <p:nvSpPr>
          <p:cNvPr id="1045" name="Google Shape;1045;p1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46" name="Google Shape;1046;p124"/>
          <p:cNvSpPr txBox="1"/>
          <p:nvPr>
            <p:ph idx="1" type="subTitle"/>
          </p:nvPr>
        </p:nvSpPr>
        <p:spPr>
          <a:xfrm>
            <a:off x="4872994"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7" name="Google Shape;1047;p124"/>
          <p:cNvSpPr txBox="1"/>
          <p:nvPr>
            <p:ph idx="2" type="subTitle"/>
          </p:nvPr>
        </p:nvSpPr>
        <p:spPr>
          <a:xfrm>
            <a:off x="1434200" y="3065900"/>
            <a:ext cx="28368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8" name="Google Shape;1048;p124"/>
          <p:cNvSpPr txBox="1"/>
          <p:nvPr>
            <p:ph idx="3" type="subTitle"/>
          </p:nvPr>
        </p:nvSpPr>
        <p:spPr>
          <a:xfrm>
            <a:off x="1434200"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49" name="Google Shape;1049;p124"/>
          <p:cNvSpPr txBox="1"/>
          <p:nvPr>
            <p:ph idx="4" type="subTitle"/>
          </p:nvPr>
        </p:nvSpPr>
        <p:spPr>
          <a:xfrm>
            <a:off x="4873004" y="2578575"/>
            <a:ext cx="2836800" cy="48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50" name="Google Shape;1050;p124"/>
          <p:cNvGrpSpPr/>
          <p:nvPr/>
        </p:nvGrpSpPr>
        <p:grpSpPr>
          <a:xfrm>
            <a:off x="-255199" y="-9535"/>
            <a:ext cx="9408724" cy="5162561"/>
            <a:chOff x="-255199" y="-9535"/>
            <a:chExt cx="9408724" cy="5162561"/>
          </a:xfrm>
        </p:grpSpPr>
        <p:sp>
          <p:nvSpPr>
            <p:cNvPr id="1051" name="Google Shape;1051;p124"/>
            <p:cNvSpPr/>
            <p:nvPr/>
          </p:nvSpPr>
          <p:spPr>
            <a:xfrm rot="10800000">
              <a:off x="-255199" y="-953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24"/>
            <p:cNvSpPr/>
            <p:nvPr/>
          </p:nvSpPr>
          <p:spPr>
            <a:xfrm rot="5400000">
              <a:off x="157065" y="8911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24"/>
            <p:cNvSpPr/>
            <p:nvPr/>
          </p:nvSpPr>
          <p:spPr>
            <a:xfrm flipH="1" rot="10800000">
              <a:off x="7963727" y="3585776"/>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4" name="Google Shape;1054;p124"/>
          <p:cNvSpPr/>
          <p:nvPr/>
        </p:nvSpPr>
        <p:spPr>
          <a:xfrm rot="5998970">
            <a:off x="-2951937" y="3225943"/>
            <a:ext cx="3922585" cy="336868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055" name="Shape 1055"/>
        <p:cNvGrpSpPr/>
        <p:nvPr/>
      </p:nvGrpSpPr>
      <p:grpSpPr>
        <a:xfrm>
          <a:off x="0" y="0"/>
          <a:ext cx="0" cy="0"/>
          <a:chOff x="0" y="0"/>
          <a:chExt cx="0" cy="0"/>
        </a:xfrm>
      </p:grpSpPr>
      <p:sp>
        <p:nvSpPr>
          <p:cNvPr id="1056" name="Google Shape;1056;p1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57" name="Google Shape;1057;p125"/>
          <p:cNvSpPr txBox="1"/>
          <p:nvPr>
            <p:ph idx="1" type="subTitle"/>
          </p:nvPr>
        </p:nvSpPr>
        <p:spPr>
          <a:xfrm>
            <a:off x="4743229"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8" name="Google Shape;1058;p125"/>
          <p:cNvSpPr txBox="1"/>
          <p:nvPr>
            <p:ph idx="2" type="subTitle"/>
          </p:nvPr>
        </p:nvSpPr>
        <p:spPr>
          <a:xfrm>
            <a:off x="827475" y="1820025"/>
            <a:ext cx="3573300" cy="1959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9" name="Google Shape;1059;p125"/>
          <p:cNvSpPr/>
          <p:nvPr/>
        </p:nvSpPr>
        <p:spPr>
          <a:xfrm flipH="1" rot="-5620785">
            <a:off x="8161983" y="-1102921"/>
            <a:ext cx="3922561" cy="3368665"/>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0" name="Google Shape;1060;p125"/>
          <p:cNvGrpSpPr/>
          <p:nvPr/>
        </p:nvGrpSpPr>
        <p:grpSpPr>
          <a:xfrm>
            <a:off x="-58079" y="-76200"/>
            <a:ext cx="9202083" cy="5243547"/>
            <a:chOff x="-58079" y="-76200"/>
            <a:chExt cx="9202083" cy="5243547"/>
          </a:xfrm>
        </p:grpSpPr>
        <p:sp>
          <p:nvSpPr>
            <p:cNvPr id="1061" name="Google Shape;1061;p125"/>
            <p:cNvSpPr/>
            <p:nvPr/>
          </p:nvSpPr>
          <p:spPr>
            <a:xfrm flipH="1">
              <a:off x="-58079" y="-76200"/>
              <a:ext cx="2382163" cy="1017717"/>
            </a:xfrm>
            <a:custGeom>
              <a:rect b="b" l="l" r="r" t="t"/>
              <a:pathLst>
                <a:path extrusionOk="0" h="9632" w="12233">
                  <a:moveTo>
                    <a:pt x="296" y="0"/>
                  </a:moveTo>
                  <a:cubicBezTo>
                    <a:pt x="188" y="389"/>
                    <a:pt x="112" y="785"/>
                    <a:pt x="76" y="1184"/>
                  </a:cubicBezTo>
                  <a:cubicBezTo>
                    <a:pt x="0" y="2044"/>
                    <a:pt x="123" y="2933"/>
                    <a:pt x="605" y="3663"/>
                  </a:cubicBezTo>
                  <a:cubicBezTo>
                    <a:pt x="853" y="4041"/>
                    <a:pt x="1184" y="4379"/>
                    <a:pt x="1594" y="4577"/>
                  </a:cubicBezTo>
                  <a:cubicBezTo>
                    <a:pt x="1927" y="4737"/>
                    <a:pt x="2297" y="4791"/>
                    <a:pt x="2663" y="4791"/>
                  </a:cubicBezTo>
                  <a:cubicBezTo>
                    <a:pt x="2731" y="4791"/>
                    <a:pt x="2800" y="4789"/>
                    <a:pt x="2868" y="4786"/>
                  </a:cubicBezTo>
                  <a:cubicBezTo>
                    <a:pt x="3800" y="4735"/>
                    <a:pt x="4699" y="4419"/>
                    <a:pt x="5631" y="4386"/>
                  </a:cubicBezTo>
                  <a:cubicBezTo>
                    <a:pt x="5669" y="4385"/>
                    <a:pt x="5707" y="4384"/>
                    <a:pt x="5745" y="4384"/>
                  </a:cubicBezTo>
                  <a:cubicBezTo>
                    <a:pt x="6586" y="4384"/>
                    <a:pt x="7397" y="4685"/>
                    <a:pt x="8030" y="5246"/>
                  </a:cubicBezTo>
                  <a:cubicBezTo>
                    <a:pt x="8653" y="5797"/>
                    <a:pt x="9085" y="6526"/>
                    <a:pt x="9538" y="7214"/>
                  </a:cubicBezTo>
                  <a:cubicBezTo>
                    <a:pt x="9769" y="7563"/>
                    <a:pt x="10006" y="7912"/>
                    <a:pt x="10279" y="8228"/>
                  </a:cubicBezTo>
                  <a:cubicBezTo>
                    <a:pt x="10581" y="8585"/>
                    <a:pt x="10930" y="8897"/>
                    <a:pt x="11318" y="9160"/>
                  </a:cubicBezTo>
                  <a:cubicBezTo>
                    <a:pt x="11599" y="9351"/>
                    <a:pt x="11909" y="9520"/>
                    <a:pt x="12233" y="9631"/>
                  </a:cubicBezTo>
                  <a:lnTo>
                    <a:pt x="122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2" name="Google Shape;1062;p125"/>
            <p:cNvGrpSpPr/>
            <p:nvPr/>
          </p:nvGrpSpPr>
          <p:grpSpPr>
            <a:xfrm>
              <a:off x="6001676" y="4548927"/>
              <a:ext cx="3142328" cy="618420"/>
              <a:chOff x="6001676" y="4548927"/>
              <a:chExt cx="3142328" cy="618420"/>
            </a:xfrm>
          </p:grpSpPr>
          <p:sp>
            <p:nvSpPr>
              <p:cNvPr id="1063" name="Google Shape;1063;p125"/>
              <p:cNvSpPr/>
              <p:nvPr/>
            </p:nvSpPr>
            <p:spPr>
              <a:xfrm>
                <a:off x="6001676" y="4682548"/>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25"/>
              <p:cNvSpPr/>
              <p:nvPr/>
            </p:nvSpPr>
            <p:spPr>
              <a:xfrm rot="-5400000">
                <a:off x="7097790" y="4548927"/>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
    <p:spTree>
      <p:nvGrpSpPr>
        <p:cNvPr id="1065" name="Shape 1065"/>
        <p:cNvGrpSpPr/>
        <p:nvPr/>
      </p:nvGrpSpPr>
      <p:grpSpPr>
        <a:xfrm>
          <a:off x="0" y="0"/>
          <a:ext cx="0" cy="0"/>
          <a:chOff x="0" y="0"/>
          <a:chExt cx="0" cy="0"/>
        </a:xfrm>
      </p:grpSpPr>
      <p:sp>
        <p:nvSpPr>
          <p:cNvPr id="1066" name="Google Shape;1066;p1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67" name="Google Shape;1067;p126"/>
          <p:cNvSpPr txBox="1"/>
          <p:nvPr>
            <p:ph idx="1" type="body"/>
          </p:nvPr>
        </p:nvSpPr>
        <p:spPr>
          <a:xfrm>
            <a:off x="872438"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30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sp>
        <p:nvSpPr>
          <p:cNvPr id="1068" name="Google Shape;1068;p126"/>
          <p:cNvSpPr txBox="1"/>
          <p:nvPr>
            <p:ph idx="2" type="body"/>
          </p:nvPr>
        </p:nvSpPr>
        <p:spPr>
          <a:xfrm>
            <a:off x="4623859" y="1476150"/>
            <a:ext cx="3647700" cy="2617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2"/>
              </a:buClr>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grpSp>
        <p:nvGrpSpPr>
          <p:cNvPr id="1069" name="Google Shape;1069;p126"/>
          <p:cNvGrpSpPr/>
          <p:nvPr/>
        </p:nvGrpSpPr>
        <p:grpSpPr>
          <a:xfrm>
            <a:off x="0" y="-45596"/>
            <a:ext cx="9217351" cy="5189119"/>
            <a:chOff x="0" y="-45596"/>
            <a:chExt cx="9217351" cy="5189119"/>
          </a:xfrm>
        </p:grpSpPr>
        <p:sp>
          <p:nvSpPr>
            <p:cNvPr id="1070" name="Google Shape;1070;p126"/>
            <p:cNvSpPr/>
            <p:nvPr/>
          </p:nvSpPr>
          <p:spPr>
            <a:xfrm>
              <a:off x="0" y="2889975"/>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26"/>
            <p:cNvSpPr/>
            <p:nvPr/>
          </p:nvSpPr>
          <p:spPr>
            <a:xfrm>
              <a:off x="67425" y="26873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26"/>
            <p:cNvSpPr/>
            <p:nvPr/>
          </p:nvSpPr>
          <p:spPr>
            <a:xfrm>
              <a:off x="5638800" y="-45596"/>
              <a:ext cx="3578551" cy="572699"/>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3" name="Google Shape;1073;p126"/>
          <p:cNvSpPr/>
          <p:nvPr/>
        </p:nvSpPr>
        <p:spPr>
          <a:xfrm flipH="1" rot="-6852635">
            <a:off x="8370682" y="3411391"/>
            <a:ext cx="3922575" cy="3368676"/>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74" name="Shape 1074"/>
        <p:cNvGrpSpPr/>
        <p:nvPr/>
      </p:nvGrpSpPr>
      <p:grpSpPr>
        <a:xfrm>
          <a:off x="0" y="0"/>
          <a:ext cx="0" cy="0"/>
          <a:chOff x="0" y="0"/>
          <a:chExt cx="0" cy="0"/>
        </a:xfrm>
      </p:grpSpPr>
      <p:sp>
        <p:nvSpPr>
          <p:cNvPr id="1075" name="Google Shape;1075;p1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76" name="Google Shape;1076;p127"/>
          <p:cNvSpPr txBox="1"/>
          <p:nvPr>
            <p:ph idx="1" type="subTitle"/>
          </p:nvPr>
        </p:nvSpPr>
        <p:spPr>
          <a:xfrm>
            <a:off x="1275625"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27"/>
          <p:cNvSpPr txBox="1"/>
          <p:nvPr>
            <p:ph idx="2" type="subTitle"/>
          </p:nvPr>
        </p:nvSpPr>
        <p:spPr>
          <a:xfrm>
            <a:off x="3574824"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8" name="Google Shape;1078;p127"/>
          <p:cNvSpPr txBox="1"/>
          <p:nvPr>
            <p:ph idx="3" type="subTitle"/>
          </p:nvPr>
        </p:nvSpPr>
        <p:spPr>
          <a:xfrm>
            <a:off x="5874028" y="2819991"/>
            <a:ext cx="1994400" cy="1138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9" name="Google Shape;1079;p127"/>
          <p:cNvSpPr txBox="1"/>
          <p:nvPr>
            <p:ph idx="4" type="subTitle"/>
          </p:nvPr>
        </p:nvSpPr>
        <p:spPr>
          <a:xfrm>
            <a:off x="1275625"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0" name="Google Shape;1080;p127"/>
          <p:cNvSpPr txBox="1"/>
          <p:nvPr>
            <p:ph idx="5" type="subTitle"/>
          </p:nvPr>
        </p:nvSpPr>
        <p:spPr>
          <a:xfrm>
            <a:off x="3574827"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1" name="Google Shape;1081;p127"/>
          <p:cNvSpPr txBox="1"/>
          <p:nvPr>
            <p:ph idx="6" type="subTitle"/>
          </p:nvPr>
        </p:nvSpPr>
        <p:spPr>
          <a:xfrm>
            <a:off x="5874036" y="2451289"/>
            <a:ext cx="19944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2" name="Google Shape;1082;p127"/>
          <p:cNvGrpSpPr/>
          <p:nvPr/>
        </p:nvGrpSpPr>
        <p:grpSpPr>
          <a:xfrm>
            <a:off x="-19044" y="-57650"/>
            <a:ext cx="9163039" cy="5201149"/>
            <a:chOff x="-19044" y="-57650"/>
            <a:chExt cx="9163039" cy="5201149"/>
          </a:xfrm>
        </p:grpSpPr>
        <p:sp>
          <p:nvSpPr>
            <p:cNvPr id="1083" name="Google Shape;1083;p127"/>
            <p:cNvSpPr/>
            <p:nvPr/>
          </p:nvSpPr>
          <p:spPr>
            <a:xfrm flipH="1">
              <a:off x="-19044" y="-57650"/>
              <a:ext cx="638170" cy="2823330"/>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4" name="Google Shape;1084;p127"/>
            <p:cNvGrpSpPr/>
            <p:nvPr/>
          </p:nvGrpSpPr>
          <p:grpSpPr>
            <a:xfrm>
              <a:off x="8153410" y="2434487"/>
              <a:ext cx="990586" cy="2709011"/>
              <a:chOff x="8153410" y="2434488"/>
              <a:chExt cx="990586" cy="2709011"/>
            </a:xfrm>
          </p:grpSpPr>
          <p:sp>
            <p:nvSpPr>
              <p:cNvPr id="1085" name="Google Shape;1085;p127"/>
              <p:cNvSpPr/>
              <p:nvPr/>
            </p:nvSpPr>
            <p:spPr>
              <a:xfrm rot="10800000">
                <a:off x="8153410" y="2505082"/>
                <a:ext cx="990586" cy="2638417"/>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27"/>
              <p:cNvSpPr/>
              <p:nvPr/>
            </p:nvSpPr>
            <p:spPr>
              <a:xfrm>
                <a:off x="8630400" y="2434488"/>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7" name="Google Shape;1087;p127"/>
          <p:cNvSpPr/>
          <p:nvPr/>
        </p:nvSpPr>
        <p:spPr>
          <a:xfrm>
            <a:off x="1439100" y="461340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88" name="Shape 1088"/>
        <p:cNvGrpSpPr/>
        <p:nvPr/>
      </p:nvGrpSpPr>
      <p:grpSpPr>
        <a:xfrm>
          <a:off x="0" y="0"/>
          <a:ext cx="0" cy="0"/>
          <a:chOff x="0" y="0"/>
          <a:chExt cx="0" cy="0"/>
        </a:xfrm>
      </p:grpSpPr>
      <p:sp>
        <p:nvSpPr>
          <p:cNvPr id="1089" name="Google Shape;1089;p128"/>
          <p:cNvSpPr txBox="1"/>
          <p:nvPr>
            <p:ph type="title"/>
          </p:nvPr>
        </p:nvSpPr>
        <p:spPr>
          <a:xfrm>
            <a:off x="4044825" y="445025"/>
            <a:ext cx="43791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090" name="Google Shape;1090;p128"/>
          <p:cNvSpPr txBox="1"/>
          <p:nvPr>
            <p:ph idx="1" type="subTitle"/>
          </p:nvPr>
        </p:nvSpPr>
        <p:spPr>
          <a:xfrm>
            <a:off x="4044837"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1" name="Google Shape;1091;p128"/>
          <p:cNvSpPr txBox="1"/>
          <p:nvPr>
            <p:ph idx="2" type="subTitle"/>
          </p:nvPr>
        </p:nvSpPr>
        <p:spPr>
          <a:xfrm>
            <a:off x="6361812" y="2189054"/>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2" name="Google Shape;1092;p128"/>
          <p:cNvSpPr txBox="1"/>
          <p:nvPr>
            <p:ph idx="3" type="subTitle"/>
          </p:nvPr>
        </p:nvSpPr>
        <p:spPr>
          <a:xfrm>
            <a:off x="4044837"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3" name="Google Shape;1093;p128"/>
          <p:cNvSpPr txBox="1"/>
          <p:nvPr>
            <p:ph idx="4" type="subTitle"/>
          </p:nvPr>
        </p:nvSpPr>
        <p:spPr>
          <a:xfrm>
            <a:off x="6361812" y="3603329"/>
            <a:ext cx="2062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4" name="Google Shape;1094;p128"/>
          <p:cNvSpPr txBox="1"/>
          <p:nvPr>
            <p:ph idx="5" type="subTitle"/>
          </p:nvPr>
        </p:nvSpPr>
        <p:spPr>
          <a:xfrm>
            <a:off x="4044825"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95" name="Google Shape;1095;p128"/>
          <p:cNvSpPr txBox="1"/>
          <p:nvPr>
            <p:ph idx="6" type="subTitle"/>
          </p:nvPr>
        </p:nvSpPr>
        <p:spPr>
          <a:xfrm>
            <a:off x="4044825"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96" name="Google Shape;1096;p128"/>
          <p:cNvSpPr txBox="1"/>
          <p:nvPr>
            <p:ph idx="7" type="subTitle"/>
          </p:nvPr>
        </p:nvSpPr>
        <p:spPr>
          <a:xfrm>
            <a:off x="6361797" y="1815375"/>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97" name="Google Shape;1097;p128"/>
          <p:cNvSpPr txBox="1"/>
          <p:nvPr>
            <p:ph idx="8" type="subTitle"/>
          </p:nvPr>
        </p:nvSpPr>
        <p:spPr>
          <a:xfrm>
            <a:off x="6361797" y="3229800"/>
            <a:ext cx="2062200" cy="46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98" name="Google Shape;1098;p128"/>
          <p:cNvSpPr/>
          <p:nvPr/>
        </p:nvSpPr>
        <p:spPr>
          <a:xfrm flipH="1">
            <a:off x="8477241" y="-639075"/>
            <a:ext cx="666759" cy="241794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28"/>
          <p:cNvSpPr/>
          <p:nvPr/>
        </p:nvSpPr>
        <p:spPr>
          <a:xfrm>
            <a:off x="7713450" y="4416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00" name="Shape 1100"/>
        <p:cNvGrpSpPr/>
        <p:nvPr/>
      </p:nvGrpSpPr>
      <p:grpSpPr>
        <a:xfrm>
          <a:off x="0" y="0"/>
          <a:ext cx="0" cy="0"/>
          <a:chOff x="0" y="0"/>
          <a:chExt cx="0" cy="0"/>
        </a:xfrm>
      </p:grpSpPr>
      <p:sp>
        <p:nvSpPr>
          <p:cNvPr id="1101" name="Google Shape;1101;p1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102" name="Google Shape;1102;p129"/>
          <p:cNvSpPr txBox="1"/>
          <p:nvPr>
            <p:ph idx="1" type="subTitle"/>
          </p:nvPr>
        </p:nvSpPr>
        <p:spPr>
          <a:xfrm>
            <a:off x="10713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3" name="Google Shape;1103;p129"/>
          <p:cNvSpPr txBox="1"/>
          <p:nvPr>
            <p:ph idx="2" type="subTitle"/>
          </p:nvPr>
        </p:nvSpPr>
        <p:spPr>
          <a:xfrm>
            <a:off x="35829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4" name="Google Shape;1104;p129"/>
          <p:cNvSpPr txBox="1"/>
          <p:nvPr>
            <p:ph idx="3" type="subTitle"/>
          </p:nvPr>
        </p:nvSpPr>
        <p:spPr>
          <a:xfrm>
            <a:off x="10713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5" name="Google Shape;1105;p129"/>
          <p:cNvSpPr txBox="1"/>
          <p:nvPr>
            <p:ph idx="4" type="subTitle"/>
          </p:nvPr>
        </p:nvSpPr>
        <p:spPr>
          <a:xfrm>
            <a:off x="35829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6" name="Google Shape;1106;p129"/>
          <p:cNvSpPr txBox="1"/>
          <p:nvPr>
            <p:ph idx="5" type="subTitle"/>
          </p:nvPr>
        </p:nvSpPr>
        <p:spPr>
          <a:xfrm>
            <a:off x="6094500" y="1978025"/>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7" name="Google Shape;1107;p129"/>
          <p:cNvSpPr txBox="1"/>
          <p:nvPr>
            <p:ph idx="6" type="subTitle"/>
          </p:nvPr>
        </p:nvSpPr>
        <p:spPr>
          <a:xfrm>
            <a:off x="6094500" y="3603888"/>
            <a:ext cx="1978200" cy="84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8" name="Google Shape;1108;p129"/>
          <p:cNvSpPr txBox="1"/>
          <p:nvPr>
            <p:ph idx="7" type="subTitle"/>
          </p:nvPr>
        </p:nvSpPr>
        <p:spPr>
          <a:xfrm>
            <a:off x="1071302"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09" name="Google Shape;1109;p129"/>
          <p:cNvSpPr txBox="1"/>
          <p:nvPr>
            <p:ph idx="8" type="subTitle"/>
          </p:nvPr>
        </p:nvSpPr>
        <p:spPr>
          <a:xfrm>
            <a:off x="3582900"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10" name="Google Shape;1110;p129"/>
          <p:cNvSpPr txBox="1"/>
          <p:nvPr>
            <p:ph idx="9" type="subTitle"/>
          </p:nvPr>
        </p:nvSpPr>
        <p:spPr>
          <a:xfrm>
            <a:off x="6094498" y="1637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11" name="Google Shape;1111;p129"/>
          <p:cNvSpPr txBox="1"/>
          <p:nvPr>
            <p:ph idx="13" type="subTitle"/>
          </p:nvPr>
        </p:nvSpPr>
        <p:spPr>
          <a:xfrm>
            <a:off x="1071302"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12" name="Google Shape;1112;p129"/>
          <p:cNvSpPr txBox="1"/>
          <p:nvPr>
            <p:ph idx="14" type="subTitle"/>
          </p:nvPr>
        </p:nvSpPr>
        <p:spPr>
          <a:xfrm>
            <a:off x="3582900"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13" name="Google Shape;1113;p129"/>
          <p:cNvSpPr txBox="1"/>
          <p:nvPr>
            <p:ph idx="15" type="subTitle"/>
          </p:nvPr>
        </p:nvSpPr>
        <p:spPr>
          <a:xfrm>
            <a:off x="6094498" y="3263663"/>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14" name="Google Shape;1114;p129"/>
          <p:cNvGrpSpPr/>
          <p:nvPr/>
        </p:nvGrpSpPr>
        <p:grpSpPr>
          <a:xfrm>
            <a:off x="5" y="581486"/>
            <a:ext cx="9143995" cy="4562014"/>
            <a:chOff x="5" y="581486"/>
            <a:chExt cx="9143995" cy="4562014"/>
          </a:xfrm>
        </p:grpSpPr>
        <p:sp>
          <p:nvSpPr>
            <p:cNvPr id="1115" name="Google Shape;1115;p129"/>
            <p:cNvSpPr/>
            <p:nvPr/>
          </p:nvSpPr>
          <p:spPr>
            <a:xfrm rot="5400000">
              <a:off x="-1328759" y="1910250"/>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29"/>
            <p:cNvSpPr/>
            <p:nvPr/>
          </p:nvSpPr>
          <p:spPr>
            <a:xfrm>
              <a:off x="222725" y="16776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29"/>
            <p:cNvSpPr/>
            <p:nvPr/>
          </p:nvSpPr>
          <p:spPr>
            <a:xfrm flipH="1" rot="5400000">
              <a:off x="8000980" y="4000480"/>
              <a:ext cx="1247803" cy="1038237"/>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8" name="Google Shape;1118;p129"/>
          <p:cNvSpPr/>
          <p:nvPr/>
        </p:nvSpPr>
        <p:spPr>
          <a:xfrm>
            <a:off x="8430775" y="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19" name="Shape 1119"/>
        <p:cNvGrpSpPr/>
        <p:nvPr/>
      </p:nvGrpSpPr>
      <p:grpSpPr>
        <a:xfrm>
          <a:off x="0" y="0"/>
          <a:ext cx="0" cy="0"/>
          <a:chOff x="0" y="0"/>
          <a:chExt cx="0" cy="0"/>
        </a:xfrm>
      </p:grpSpPr>
      <p:sp>
        <p:nvSpPr>
          <p:cNvPr id="1120" name="Google Shape;1120;p130"/>
          <p:cNvSpPr txBox="1"/>
          <p:nvPr>
            <p:ph hasCustomPrompt="1" type="title"/>
          </p:nvPr>
        </p:nvSpPr>
        <p:spPr>
          <a:xfrm>
            <a:off x="713225" y="638350"/>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21" name="Google Shape;1121;p130"/>
          <p:cNvSpPr txBox="1"/>
          <p:nvPr>
            <p:ph idx="1" type="subTitle"/>
          </p:nvPr>
        </p:nvSpPr>
        <p:spPr>
          <a:xfrm>
            <a:off x="713225" y="1311342"/>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122" name="Google Shape;1122;p130"/>
          <p:cNvSpPr txBox="1"/>
          <p:nvPr>
            <p:ph hasCustomPrompt="1" idx="2" type="title"/>
          </p:nvPr>
        </p:nvSpPr>
        <p:spPr>
          <a:xfrm>
            <a:off x="713225" y="2037962"/>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23" name="Google Shape;1123;p130"/>
          <p:cNvSpPr txBox="1"/>
          <p:nvPr>
            <p:ph idx="3" type="subTitle"/>
          </p:nvPr>
        </p:nvSpPr>
        <p:spPr>
          <a:xfrm>
            <a:off x="713225" y="2710975"/>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124" name="Google Shape;1124;p130"/>
          <p:cNvSpPr txBox="1"/>
          <p:nvPr>
            <p:ph hasCustomPrompt="1" idx="4" type="title"/>
          </p:nvPr>
        </p:nvSpPr>
        <p:spPr>
          <a:xfrm>
            <a:off x="713225" y="3437549"/>
            <a:ext cx="40563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25" name="Google Shape;1125;p130"/>
          <p:cNvSpPr txBox="1"/>
          <p:nvPr>
            <p:ph idx="5" type="subTitle"/>
          </p:nvPr>
        </p:nvSpPr>
        <p:spPr>
          <a:xfrm>
            <a:off x="713225" y="4110573"/>
            <a:ext cx="4056300" cy="34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126" name="Google Shape;1126;p130"/>
          <p:cNvSpPr/>
          <p:nvPr/>
        </p:nvSpPr>
        <p:spPr>
          <a:xfrm>
            <a:off x="-1544750" y="4189050"/>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30"/>
          <p:cNvSpPr/>
          <p:nvPr/>
        </p:nvSpPr>
        <p:spPr>
          <a:xfrm rot="6017970">
            <a:off x="-3094814" y="-661552"/>
            <a:ext cx="3922591" cy="3368691"/>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128" name="Shape 1128"/>
        <p:cNvGrpSpPr/>
        <p:nvPr/>
      </p:nvGrpSpPr>
      <p:grpSpPr>
        <a:xfrm>
          <a:off x="0" y="0"/>
          <a:ext cx="0" cy="0"/>
          <a:chOff x="0" y="0"/>
          <a:chExt cx="0" cy="0"/>
        </a:xfrm>
      </p:grpSpPr>
      <p:sp>
        <p:nvSpPr>
          <p:cNvPr id="1129" name="Google Shape;1129;p131"/>
          <p:cNvSpPr txBox="1"/>
          <p:nvPr>
            <p:ph hasCustomPrompt="1" type="title"/>
          </p:nvPr>
        </p:nvSpPr>
        <p:spPr>
          <a:xfrm>
            <a:off x="2001750" y="2878014"/>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30" name="Google Shape;1130;p131"/>
          <p:cNvSpPr txBox="1"/>
          <p:nvPr>
            <p:ph idx="1" type="subTitle"/>
          </p:nvPr>
        </p:nvSpPr>
        <p:spPr>
          <a:xfrm>
            <a:off x="4697687" y="149158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31" name="Google Shape;1131;p131"/>
          <p:cNvSpPr txBox="1"/>
          <p:nvPr>
            <p:ph idx="2" type="subTitle"/>
          </p:nvPr>
        </p:nvSpPr>
        <p:spPr>
          <a:xfrm>
            <a:off x="4697687" y="116832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132" name="Google Shape;1132;p131"/>
          <p:cNvSpPr txBox="1"/>
          <p:nvPr>
            <p:ph hasCustomPrompt="1" idx="3" type="title"/>
          </p:nvPr>
        </p:nvSpPr>
        <p:spPr>
          <a:xfrm>
            <a:off x="2002338" y="1648846"/>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33" name="Google Shape;1133;p131"/>
          <p:cNvSpPr txBox="1"/>
          <p:nvPr>
            <p:ph idx="4" type="subTitle"/>
          </p:nvPr>
        </p:nvSpPr>
        <p:spPr>
          <a:xfrm>
            <a:off x="4697685" y="2729830"/>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34" name="Google Shape;1134;p131"/>
          <p:cNvSpPr txBox="1"/>
          <p:nvPr>
            <p:ph idx="5" type="subTitle"/>
          </p:nvPr>
        </p:nvSpPr>
        <p:spPr>
          <a:xfrm>
            <a:off x="4697681" y="2406570"/>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135" name="Google Shape;1135;p131"/>
          <p:cNvSpPr txBox="1"/>
          <p:nvPr>
            <p:ph hasCustomPrompt="1" idx="6" type="title"/>
          </p:nvPr>
        </p:nvSpPr>
        <p:spPr>
          <a:xfrm>
            <a:off x="2002350" y="4113728"/>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36" name="Google Shape;1136;p131"/>
          <p:cNvSpPr txBox="1"/>
          <p:nvPr>
            <p:ph idx="7" type="subTitle"/>
          </p:nvPr>
        </p:nvSpPr>
        <p:spPr>
          <a:xfrm>
            <a:off x="4697683" y="3968075"/>
            <a:ext cx="3490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37" name="Google Shape;1137;p131"/>
          <p:cNvSpPr txBox="1"/>
          <p:nvPr>
            <p:ph idx="8" type="subTitle"/>
          </p:nvPr>
        </p:nvSpPr>
        <p:spPr>
          <a:xfrm>
            <a:off x="4697675" y="3644815"/>
            <a:ext cx="3490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DM Sans"/>
              <a:buNone/>
              <a:defRPr b="1" sz="2200">
                <a:solidFill>
                  <a:schemeClr val="dk1"/>
                </a:solidFill>
                <a:latin typeface="Lato"/>
                <a:ea typeface="Lato"/>
                <a:cs typeface="Lato"/>
                <a:sym typeface="Lat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138" name="Google Shape;1138;p131"/>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139" name="Google Shape;1139;p131"/>
          <p:cNvGrpSpPr/>
          <p:nvPr/>
        </p:nvGrpSpPr>
        <p:grpSpPr>
          <a:xfrm>
            <a:off x="-9525" y="11"/>
            <a:ext cx="9163050" cy="5153037"/>
            <a:chOff x="-9525" y="11"/>
            <a:chExt cx="9163050" cy="5153037"/>
          </a:xfrm>
        </p:grpSpPr>
        <p:grpSp>
          <p:nvGrpSpPr>
            <p:cNvPr id="1140" name="Google Shape;1140;p131"/>
            <p:cNvGrpSpPr/>
            <p:nvPr/>
          </p:nvGrpSpPr>
          <p:grpSpPr>
            <a:xfrm>
              <a:off x="-9525" y="2709275"/>
              <a:ext cx="1558778" cy="2443773"/>
              <a:chOff x="-9525" y="2709275"/>
              <a:chExt cx="1558778" cy="2443773"/>
            </a:xfrm>
          </p:grpSpPr>
          <p:sp>
            <p:nvSpPr>
              <p:cNvPr id="1141" name="Google Shape;1141;p131"/>
              <p:cNvSpPr/>
              <p:nvPr/>
            </p:nvSpPr>
            <p:spPr>
              <a:xfrm>
                <a:off x="-9525" y="2899500"/>
                <a:ext cx="1558778" cy="2253548"/>
              </a:xfrm>
              <a:custGeom>
                <a:rect b="b" l="l" r="r" t="t"/>
                <a:pathLst>
                  <a:path extrusionOk="0" h="23193" w="16043">
                    <a:moveTo>
                      <a:pt x="0" y="1"/>
                    </a:moveTo>
                    <a:lnTo>
                      <a:pt x="0" y="23192"/>
                    </a:lnTo>
                    <a:lnTo>
                      <a:pt x="16042" y="23192"/>
                    </a:lnTo>
                    <a:cubicBezTo>
                      <a:pt x="16002" y="23127"/>
                      <a:pt x="15967" y="23066"/>
                      <a:pt x="15931" y="23005"/>
                    </a:cubicBezTo>
                    <a:cubicBezTo>
                      <a:pt x="15233" y="21904"/>
                      <a:pt x="14186" y="21062"/>
                      <a:pt x="13010" y="20516"/>
                    </a:cubicBezTo>
                    <a:cubicBezTo>
                      <a:pt x="12859" y="20446"/>
                      <a:pt x="12758" y="20403"/>
                      <a:pt x="12625" y="20353"/>
                    </a:cubicBezTo>
                    <a:cubicBezTo>
                      <a:pt x="12517" y="20310"/>
                      <a:pt x="12405" y="20270"/>
                      <a:pt x="12293" y="20235"/>
                    </a:cubicBezTo>
                    <a:cubicBezTo>
                      <a:pt x="12056" y="20159"/>
                      <a:pt x="11815" y="20094"/>
                      <a:pt x="11570" y="20036"/>
                    </a:cubicBezTo>
                    <a:cubicBezTo>
                      <a:pt x="11052" y="19918"/>
                      <a:pt x="10523" y="19828"/>
                      <a:pt x="10001" y="19734"/>
                    </a:cubicBezTo>
                    <a:cubicBezTo>
                      <a:pt x="8955" y="19551"/>
                      <a:pt x="7886" y="19360"/>
                      <a:pt x="6926" y="18885"/>
                    </a:cubicBezTo>
                    <a:cubicBezTo>
                      <a:pt x="5954" y="18407"/>
                      <a:pt x="5234" y="17597"/>
                      <a:pt x="4947" y="16547"/>
                    </a:cubicBezTo>
                    <a:cubicBezTo>
                      <a:pt x="4515" y="14975"/>
                      <a:pt x="5001" y="13399"/>
                      <a:pt x="5580" y="11931"/>
                    </a:cubicBezTo>
                    <a:cubicBezTo>
                      <a:pt x="5875" y="11190"/>
                      <a:pt x="6192" y="10467"/>
                      <a:pt x="6415" y="9701"/>
                    </a:cubicBezTo>
                    <a:cubicBezTo>
                      <a:pt x="6649" y="8902"/>
                      <a:pt x="6810" y="8082"/>
                      <a:pt x="6821" y="7247"/>
                    </a:cubicBezTo>
                    <a:cubicBezTo>
                      <a:pt x="6840" y="5768"/>
                      <a:pt x="6397" y="4336"/>
                      <a:pt x="5544" y="3127"/>
                    </a:cubicBezTo>
                    <a:cubicBezTo>
                      <a:pt x="4799" y="2073"/>
                      <a:pt x="3763" y="1235"/>
                      <a:pt x="2597" y="688"/>
                    </a:cubicBezTo>
                    <a:cubicBezTo>
                      <a:pt x="1781" y="303"/>
                      <a:pt x="900" y="7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31"/>
              <p:cNvSpPr/>
              <p:nvPr/>
            </p:nvSpPr>
            <p:spPr>
              <a:xfrm>
                <a:off x="153150" y="27092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3" name="Google Shape;1143;p131"/>
            <p:cNvSpPr/>
            <p:nvPr/>
          </p:nvSpPr>
          <p:spPr>
            <a:xfrm flipH="1" rot="-5400000">
              <a:off x="7339961" y="1328775"/>
              <a:ext cx="3142328" cy="484800"/>
            </a:xfrm>
            <a:custGeom>
              <a:rect b="b" l="l" r="r" t="t"/>
              <a:pathLst>
                <a:path extrusionOk="0" h="5136" w="17748">
                  <a:moveTo>
                    <a:pt x="4819" y="1"/>
                  </a:moveTo>
                  <a:cubicBezTo>
                    <a:pt x="4695" y="1"/>
                    <a:pt x="4571" y="13"/>
                    <a:pt x="4447" y="37"/>
                  </a:cubicBezTo>
                  <a:cubicBezTo>
                    <a:pt x="4008" y="123"/>
                    <a:pt x="3588" y="325"/>
                    <a:pt x="3206" y="551"/>
                  </a:cubicBezTo>
                  <a:cubicBezTo>
                    <a:pt x="2814" y="789"/>
                    <a:pt x="2457" y="1077"/>
                    <a:pt x="2138" y="1405"/>
                  </a:cubicBezTo>
                  <a:cubicBezTo>
                    <a:pt x="1469" y="2084"/>
                    <a:pt x="957" y="2904"/>
                    <a:pt x="551" y="3761"/>
                  </a:cubicBezTo>
                  <a:cubicBezTo>
                    <a:pt x="338" y="4207"/>
                    <a:pt x="159" y="4668"/>
                    <a:pt x="1" y="5135"/>
                  </a:cubicBezTo>
                  <a:lnTo>
                    <a:pt x="17748" y="5135"/>
                  </a:lnTo>
                  <a:cubicBezTo>
                    <a:pt x="17582" y="4538"/>
                    <a:pt x="17313" y="3977"/>
                    <a:pt x="16917" y="3498"/>
                  </a:cubicBezTo>
                  <a:cubicBezTo>
                    <a:pt x="16327" y="2793"/>
                    <a:pt x="15510" y="2322"/>
                    <a:pt x="14625" y="2092"/>
                  </a:cubicBezTo>
                  <a:cubicBezTo>
                    <a:pt x="14188" y="1978"/>
                    <a:pt x="13743" y="1929"/>
                    <a:pt x="13297" y="1929"/>
                  </a:cubicBezTo>
                  <a:cubicBezTo>
                    <a:pt x="12568" y="1929"/>
                    <a:pt x="11836" y="2061"/>
                    <a:pt x="11135" y="2257"/>
                  </a:cubicBezTo>
                  <a:cubicBezTo>
                    <a:pt x="10670" y="2389"/>
                    <a:pt x="10197" y="2511"/>
                    <a:pt x="9715" y="2511"/>
                  </a:cubicBezTo>
                  <a:cubicBezTo>
                    <a:pt x="9605" y="2511"/>
                    <a:pt x="9494" y="2505"/>
                    <a:pt x="9383" y="2491"/>
                  </a:cubicBezTo>
                  <a:cubicBezTo>
                    <a:pt x="8976" y="2437"/>
                    <a:pt x="8592" y="2282"/>
                    <a:pt x="8239" y="2077"/>
                  </a:cubicBezTo>
                  <a:cubicBezTo>
                    <a:pt x="7573" y="1685"/>
                    <a:pt x="7012" y="1102"/>
                    <a:pt x="6412" y="649"/>
                  </a:cubicBezTo>
                  <a:cubicBezTo>
                    <a:pt x="6264" y="538"/>
                    <a:pt x="6113" y="433"/>
                    <a:pt x="5954" y="339"/>
                  </a:cubicBezTo>
                  <a:cubicBezTo>
                    <a:pt x="5796" y="246"/>
                    <a:pt x="5645" y="171"/>
                    <a:pt x="5487" y="116"/>
                  </a:cubicBezTo>
                  <a:cubicBezTo>
                    <a:pt x="5267" y="40"/>
                    <a:pt x="5043" y="1"/>
                    <a:pt x="48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4" name="Google Shape;1144;p131"/>
          <p:cNvSpPr/>
          <p:nvPr/>
        </p:nvSpPr>
        <p:spPr>
          <a:xfrm>
            <a:off x="8230425" y="411372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45" name="Shape 1145"/>
        <p:cNvGrpSpPr/>
        <p:nvPr/>
      </p:nvGrpSpPr>
      <p:grpSpPr>
        <a:xfrm>
          <a:off x="0" y="0"/>
          <a:ext cx="0" cy="0"/>
          <a:chOff x="0" y="0"/>
          <a:chExt cx="0" cy="0"/>
        </a:xfrm>
      </p:grpSpPr>
      <p:sp>
        <p:nvSpPr>
          <p:cNvPr id="1146" name="Google Shape;1146;p132"/>
          <p:cNvSpPr txBox="1"/>
          <p:nvPr>
            <p:ph type="title"/>
          </p:nvPr>
        </p:nvSpPr>
        <p:spPr>
          <a:xfrm>
            <a:off x="3971525" y="694000"/>
            <a:ext cx="4459500" cy="910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147" name="Google Shape;1147;p132"/>
          <p:cNvSpPr txBox="1"/>
          <p:nvPr>
            <p:ph idx="1" type="subTitle"/>
          </p:nvPr>
        </p:nvSpPr>
        <p:spPr>
          <a:xfrm>
            <a:off x="3971525" y="1694148"/>
            <a:ext cx="4459500" cy="1203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48" name="Google Shape;1148;p132"/>
          <p:cNvSpPr/>
          <p:nvPr/>
        </p:nvSpPr>
        <p:spPr>
          <a:xfrm>
            <a:off x="7954202" y="1"/>
            <a:ext cx="1189799" cy="1567250"/>
          </a:xfrm>
          <a:custGeom>
            <a:rect b="b" l="l" r="r" t="t"/>
            <a:pathLst>
              <a:path extrusionOk="0" h="9276" w="7042">
                <a:moveTo>
                  <a:pt x="1" y="1"/>
                </a:moveTo>
                <a:cubicBezTo>
                  <a:pt x="116" y="814"/>
                  <a:pt x="544" y="1555"/>
                  <a:pt x="1094" y="2166"/>
                </a:cubicBezTo>
                <a:cubicBezTo>
                  <a:pt x="1450" y="2555"/>
                  <a:pt x="1857" y="2861"/>
                  <a:pt x="2314" y="3120"/>
                </a:cubicBezTo>
                <a:cubicBezTo>
                  <a:pt x="2778" y="3386"/>
                  <a:pt x="3260" y="3609"/>
                  <a:pt x="3720" y="3886"/>
                </a:cubicBezTo>
                <a:cubicBezTo>
                  <a:pt x="4170" y="4152"/>
                  <a:pt x="4587" y="4466"/>
                  <a:pt x="4890" y="4897"/>
                </a:cubicBezTo>
                <a:cubicBezTo>
                  <a:pt x="5145" y="5258"/>
                  <a:pt x="5289" y="5675"/>
                  <a:pt x="5390" y="6103"/>
                </a:cubicBezTo>
                <a:cubicBezTo>
                  <a:pt x="5592" y="6955"/>
                  <a:pt x="5685" y="7865"/>
                  <a:pt x="6206" y="8603"/>
                </a:cubicBezTo>
                <a:cubicBezTo>
                  <a:pt x="6408" y="8891"/>
                  <a:pt x="6692" y="9143"/>
                  <a:pt x="7013" y="9265"/>
                </a:cubicBezTo>
                <a:cubicBezTo>
                  <a:pt x="7023" y="9268"/>
                  <a:pt x="7030" y="9273"/>
                  <a:pt x="7041" y="9276"/>
                </a:cubicBezTo>
                <a:lnTo>
                  <a:pt x="70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32"/>
          <p:cNvSpPr/>
          <p:nvPr/>
        </p:nvSpPr>
        <p:spPr>
          <a:xfrm rot="-4279404">
            <a:off x="4085679" y="-2957230"/>
            <a:ext cx="3922572" cy="3368674"/>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0" name="Google Shape;1150;p132"/>
          <p:cNvGrpSpPr/>
          <p:nvPr/>
        </p:nvGrpSpPr>
        <p:grpSpPr>
          <a:xfrm rot="-2700000">
            <a:off x="8327828" y="3887114"/>
            <a:ext cx="1454433" cy="1280500"/>
            <a:chOff x="5917100" y="2092158"/>
            <a:chExt cx="1102175" cy="970367"/>
          </a:xfrm>
        </p:grpSpPr>
        <p:sp>
          <p:nvSpPr>
            <p:cNvPr id="1151" name="Google Shape;1151;p132"/>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32"/>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32"/>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32"/>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32"/>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32"/>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7" name="Google Shape;1157;p132"/>
          <p:cNvSpPr txBox="1"/>
          <p:nvPr/>
        </p:nvSpPr>
        <p:spPr>
          <a:xfrm>
            <a:off x="3971525" y="3758375"/>
            <a:ext cx="4459500" cy="2922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None/>
            </a:pPr>
            <a:r>
              <a:rPr lang="en" sz="1000">
                <a:solidFill>
                  <a:schemeClr val="dk1"/>
                </a:solidFill>
                <a:latin typeface="Be Vietnam Pro"/>
                <a:ea typeface="Be Vietnam Pro"/>
                <a:cs typeface="Be Vietnam Pro"/>
                <a:sym typeface="Be Vietnam Pro"/>
              </a:rPr>
              <a:t>CREDITS: This presentation template was created by </a:t>
            </a:r>
            <a:r>
              <a:rPr b="1" lang="en" sz="1000" u="sng">
                <a:solidFill>
                  <a:schemeClr val="dk1"/>
                </a:solidFill>
                <a:latin typeface="Be Vietnam Pro"/>
                <a:ea typeface="Be Vietnam Pro"/>
                <a:cs typeface="Be Vietnam Pro"/>
                <a:sym typeface="Be Vietnam Pro"/>
                <a:hlinkClick r:id="rId2">
                  <a:extLst>
                    <a:ext uri="{A12FA001-AC4F-418D-AE19-62706E023703}">
                      <ahyp:hlinkClr val="tx"/>
                    </a:ext>
                  </a:extLst>
                </a:hlinkClick>
              </a:rPr>
              <a:t>Slidesgo</a:t>
            </a:r>
            <a:r>
              <a:rPr lang="en" sz="1000">
                <a:solidFill>
                  <a:schemeClr val="dk1"/>
                </a:solidFill>
                <a:latin typeface="Be Vietnam Pro"/>
                <a:ea typeface="Be Vietnam Pro"/>
                <a:cs typeface="Be Vietnam Pro"/>
                <a:sym typeface="Be Vietnam Pro"/>
              </a:rPr>
              <a:t>, and includes icons by </a:t>
            </a:r>
            <a:r>
              <a:rPr b="1" lang="en" sz="1000" u="sng">
                <a:solidFill>
                  <a:schemeClr val="dk1"/>
                </a:solidFill>
                <a:latin typeface="Be Vietnam Pro"/>
                <a:ea typeface="Be Vietnam Pro"/>
                <a:cs typeface="Be Vietnam Pro"/>
                <a:sym typeface="Be Vietnam Pro"/>
                <a:hlinkClick r:id="rId3">
                  <a:extLst>
                    <a:ext uri="{A12FA001-AC4F-418D-AE19-62706E023703}">
                      <ahyp:hlinkClr val="tx"/>
                    </a:ext>
                  </a:extLst>
                </a:hlinkClick>
              </a:rPr>
              <a:t>Flaticon</a:t>
            </a:r>
            <a:r>
              <a:rPr lang="en" sz="1000">
                <a:solidFill>
                  <a:schemeClr val="dk1"/>
                </a:solidFill>
                <a:latin typeface="Be Vietnam Pro"/>
                <a:ea typeface="Be Vietnam Pro"/>
                <a:cs typeface="Be Vietnam Pro"/>
                <a:sym typeface="Be Vietnam Pro"/>
              </a:rPr>
              <a:t> and infographics &amp; images by </a:t>
            </a:r>
            <a:r>
              <a:rPr b="1" lang="en" sz="1000" u="sng">
                <a:solidFill>
                  <a:schemeClr val="dk1"/>
                </a:solidFill>
                <a:latin typeface="Be Vietnam Pro"/>
                <a:ea typeface="Be Vietnam Pro"/>
                <a:cs typeface="Be Vietnam Pro"/>
                <a:sym typeface="Be Vietnam Pro"/>
                <a:hlinkClick r:id="rId4">
                  <a:extLst>
                    <a:ext uri="{A12FA001-AC4F-418D-AE19-62706E023703}">
                      <ahyp:hlinkClr val="tx"/>
                    </a:ext>
                  </a:extLst>
                </a:hlinkClick>
              </a:rPr>
              <a:t>Freepik</a:t>
            </a:r>
            <a:endParaRPr b="1" sz="1000" u="sng">
              <a:solidFill>
                <a:schemeClr val="dk1"/>
              </a:solidFill>
              <a:latin typeface="Be Vietnam Pro"/>
              <a:ea typeface="Be Vietnam Pro"/>
              <a:cs typeface="Be Vietnam Pro"/>
              <a:sym typeface="Be Vietnam Pro"/>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58" name="Shape 1158"/>
        <p:cNvGrpSpPr/>
        <p:nvPr/>
      </p:nvGrpSpPr>
      <p:grpSpPr>
        <a:xfrm>
          <a:off x="0" y="0"/>
          <a:ext cx="0" cy="0"/>
          <a:chOff x="0" y="0"/>
          <a:chExt cx="0" cy="0"/>
        </a:xfrm>
      </p:grpSpPr>
      <p:grpSp>
        <p:nvGrpSpPr>
          <p:cNvPr id="1159" name="Google Shape;1159;p133"/>
          <p:cNvGrpSpPr/>
          <p:nvPr/>
        </p:nvGrpSpPr>
        <p:grpSpPr>
          <a:xfrm rot="-3841284">
            <a:off x="31098" y="3763536"/>
            <a:ext cx="1454351" cy="1280427"/>
            <a:chOff x="5917100" y="2092158"/>
            <a:chExt cx="1102175" cy="970367"/>
          </a:xfrm>
        </p:grpSpPr>
        <p:sp>
          <p:nvSpPr>
            <p:cNvPr id="1160" name="Google Shape;1160;p133"/>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33"/>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33"/>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33"/>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33"/>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33"/>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6" name="Google Shape;1166;p133"/>
          <p:cNvGrpSpPr/>
          <p:nvPr/>
        </p:nvGrpSpPr>
        <p:grpSpPr>
          <a:xfrm>
            <a:off x="-76205" y="-76198"/>
            <a:ext cx="1818296" cy="2255930"/>
            <a:chOff x="-76205" y="-76198"/>
            <a:chExt cx="1818296" cy="2255930"/>
          </a:xfrm>
        </p:grpSpPr>
        <p:sp>
          <p:nvSpPr>
            <p:cNvPr id="1167" name="Google Shape;1167;p133"/>
            <p:cNvSpPr/>
            <p:nvPr/>
          </p:nvSpPr>
          <p:spPr>
            <a:xfrm>
              <a:off x="-76205" y="-76198"/>
              <a:ext cx="1818296" cy="2255930"/>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33"/>
            <p:cNvSpPr/>
            <p:nvPr/>
          </p:nvSpPr>
          <p:spPr>
            <a:xfrm>
              <a:off x="463125" y="170617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69" name="Shape 1169"/>
        <p:cNvGrpSpPr/>
        <p:nvPr/>
      </p:nvGrpSpPr>
      <p:grpSpPr>
        <a:xfrm>
          <a:off x="0" y="0"/>
          <a:ext cx="0" cy="0"/>
          <a:chOff x="0" y="0"/>
          <a:chExt cx="0" cy="0"/>
        </a:xfrm>
      </p:grpSpPr>
      <p:sp>
        <p:nvSpPr>
          <p:cNvPr id="1170" name="Google Shape;1170;p134"/>
          <p:cNvSpPr/>
          <p:nvPr/>
        </p:nvSpPr>
        <p:spPr>
          <a:xfrm>
            <a:off x="8075500" y="31523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34"/>
          <p:cNvSpPr/>
          <p:nvPr/>
        </p:nvSpPr>
        <p:spPr>
          <a:xfrm>
            <a:off x="6534975" y="3273579"/>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1172" name="Shape 1172"/>
        <p:cNvGrpSpPr/>
        <p:nvPr/>
      </p:nvGrpSpPr>
      <p:grpSpPr>
        <a:xfrm>
          <a:off x="0" y="0"/>
          <a:ext cx="0" cy="0"/>
          <a:chOff x="0" y="0"/>
          <a:chExt cx="0" cy="0"/>
        </a:xfrm>
      </p:grpSpPr>
      <p:grpSp>
        <p:nvGrpSpPr>
          <p:cNvPr id="1173" name="Google Shape;1173;p135"/>
          <p:cNvGrpSpPr/>
          <p:nvPr/>
        </p:nvGrpSpPr>
        <p:grpSpPr>
          <a:xfrm>
            <a:off x="2794889" y="-133343"/>
            <a:ext cx="3554222" cy="1347930"/>
            <a:chOff x="2472250" y="-133343"/>
            <a:chExt cx="3554222" cy="1347930"/>
          </a:xfrm>
        </p:grpSpPr>
        <p:sp>
          <p:nvSpPr>
            <p:cNvPr id="1174" name="Google Shape;1174;p135"/>
            <p:cNvSpPr/>
            <p:nvPr/>
          </p:nvSpPr>
          <p:spPr>
            <a:xfrm>
              <a:off x="2472250" y="-133343"/>
              <a:ext cx="3554222" cy="1170202"/>
            </a:xfrm>
            <a:custGeom>
              <a:rect b="b" l="l" r="r" t="t"/>
              <a:pathLst>
                <a:path extrusionOk="0" h="2926" w="8887">
                  <a:moveTo>
                    <a:pt x="0" y="0"/>
                  </a:moveTo>
                  <a:cubicBezTo>
                    <a:pt x="136" y="716"/>
                    <a:pt x="370" y="1447"/>
                    <a:pt x="838" y="2018"/>
                  </a:cubicBezTo>
                  <a:cubicBezTo>
                    <a:pt x="1086" y="2324"/>
                    <a:pt x="1396" y="2569"/>
                    <a:pt x="1755" y="2734"/>
                  </a:cubicBezTo>
                  <a:cubicBezTo>
                    <a:pt x="1946" y="2825"/>
                    <a:pt x="2155" y="2896"/>
                    <a:pt x="2368" y="2918"/>
                  </a:cubicBezTo>
                  <a:cubicBezTo>
                    <a:pt x="2416" y="2923"/>
                    <a:pt x="2465" y="2925"/>
                    <a:pt x="2513" y="2925"/>
                  </a:cubicBezTo>
                  <a:cubicBezTo>
                    <a:pt x="2679" y="2925"/>
                    <a:pt x="2843" y="2898"/>
                    <a:pt x="3004" y="2853"/>
                  </a:cubicBezTo>
                  <a:cubicBezTo>
                    <a:pt x="3436" y="2731"/>
                    <a:pt x="3828" y="2493"/>
                    <a:pt x="4231" y="2307"/>
                  </a:cubicBezTo>
                  <a:cubicBezTo>
                    <a:pt x="4440" y="2209"/>
                    <a:pt x="4656" y="2119"/>
                    <a:pt x="4879" y="2062"/>
                  </a:cubicBezTo>
                  <a:cubicBezTo>
                    <a:pt x="5066" y="2015"/>
                    <a:pt x="5261" y="1998"/>
                    <a:pt x="5456" y="1998"/>
                  </a:cubicBezTo>
                  <a:cubicBezTo>
                    <a:pt x="5530" y="1998"/>
                    <a:pt x="5604" y="2001"/>
                    <a:pt x="5677" y="2005"/>
                  </a:cubicBezTo>
                  <a:cubicBezTo>
                    <a:pt x="6047" y="2029"/>
                    <a:pt x="6423" y="2101"/>
                    <a:pt x="6794" y="2101"/>
                  </a:cubicBezTo>
                  <a:cubicBezTo>
                    <a:pt x="6950" y="2101"/>
                    <a:pt x="7106" y="2089"/>
                    <a:pt x="7260" y="2055"/>
                  </a:cubicBezTo>
                  <a:cubicBezTo>
                    <a:pt x="7667" y="1968"/>
                    <a:pt x="8020" y="1727"/>
                    <a:pt x="8296" y="1417"/>
                  </a:cubicBezTo>
                  <a:cubicBezTo>
                    <a:pt x="8638" y="1037"/>
                    <a:pt x="8887" y="507"/>
                    <a:pt x="88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35"/>
            <p:cNvSpPr/>
            <p:nvPr/>
          </p:nvSpPr>
          <p:spPr>
            <a:xfrm>
              <a:off x="3429750" y="818888"/>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9a8bd54358_72_0)">
  <p:cSld name="Generated (g39a8bd54358_72_0)">
    <p:spTree>
      <p:nvGrpSpPr>
        <p:cNvPr id="1176" name="Shape 1176"/>
        <p:cNvGrpSpPr/>
        <p:nvPr/>
      </p:nvGrpSpPr>
      <p:grpSpPr>
        <a:xfrm>
          <a:off x="0" y="0"/>
          <a:ext cx="0" cy="0"/>
          <a:chOff x="0" y="0"/>
          <a:chExt cx="0" cy="0"/>
        </a:xfrm>
      </p:grpSpPr>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1">
  <p:cSld name="Title and text 3 (g39a8bd54358_29_0)">
    <p:spTree>
      <p:nvGrpSpPr>
        <p:cNvPr id="1177" name="Shape 1177"/>
        <p:cNvGrpSpPr/>
        <p:nvPr/>
      </p:nvGrpSpPr>
      <p:grpSpPr>
        <a:xfrm>
          <a:off x="0" y="0"/>
          <a:ext cx="0" cy="0"/>
          <a:chOff x="0" y="0"/>
          <a:chExt cx="0" cy="0"/>
        </a:xfrm>
      </p:grpSpPr>
      <p:sp>
        <p:nvSpPr>
          <p:cNvPr id="1178" name="Google Shape;1178;p137"/>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179" name="Google Shape;1179;p137"/>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2">
  <p:cSld name="Title and text 3 (g39a8bd54358_58_0)">
    <p:spTree>
      <p:nvGrpSpPr>
        <p:cNvPr id="1180" name="Shape 1180"/>
        <p:cNvGrpSpPr/>
        <p:nvPr/>
      </p:nvGrpSpPr>
      <p:grpSpPr>
        <a:xfrm>
          <a:off x="0" y="0"/>
          <a:ext cx="0" cy="0"/>
          <a:chOff x="0" y="0"/>
          <a:chExt cx="0" cy="0"/>
        </a:xfrm>
      </p:grpSpPr>
      <p:sp>
        <p:nvSpPr>
          <p:cNvPr id="1181" name="Google Shape;1181;p138"/>
          <p:cNvSpPr txBox="1"/>
          <p:nvPr>
            <p:ph type="title"/>
          </p:nvPr>
        </p:nvSpPr>
        <p:spPr>
          <a:xfrm>
            <a:off x="4940925" y="1326251"/>
            <a:ext cx="2750700" cy="1100100"/>
          </a:xfrm>
          <a:prstGeom prst="rect">
            <a:avLst/>
          </a:prstGeom>
        </p:spPr>
        <p:txBody>
          <a:bodyPr anchorCtr="0" anchor="b"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182" name="Google Shape;1182;p138"/>
          <p:cNvSpPr txBox="1"/>
          <p:nvPr>
            <p:ph idx="1" type="subTitle"/>
          </p:nvPr>
        </p:nvSpPr>
        <p:spPr>
          <a:xfrm>
            <a:off x="4940925" y="2330344"/>
            <a:ext cx="2750700" cy="1544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2.xml"/><Relationship Id="rId22" Type="http://schemas.openxmlformats.org/officeDocument/2006/relationships/slideLayout" Target="../slideLayouts/slideLayout54.xml"/><Relationship Id="rId21" Type="http://schemas.openxmlformats.org/officeDocument/2006/relationships/slideLayout" Target="../slideLayouts/slideLayout53.xml"/><Relationship Id="rId24" Type="http://schemas.openxmlformats.org/officeDocument/2006/relationships/slideLayout" Target="../slideLayouts/slideLayout56.xml"/><Relationship Id="rId23" Type="http://schemas.openxmlformats.org/officeDocument/2006/relationships/slideLayout" Target="../slideLayouts/slideLayout55.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26" Type="http://schemas.openxmlformats.org/officeDocument/2006/relationships/slideLayout" Target="../slideLayouts/slideLayout58.xml"/><Relationship Id="rId25" Type="http://schemas.openxmlformats.org/officeDocument/2006/relationships/slideLayout" Target="../slideLayouts/slideLayout57.xml"/><Relationship Id="rId28" Type="http://schemas.openxmlformats.org/officeDocument/2006/relationships/slideLayout" Target="../slideLayouts/slideLayout60.xml"/><Relationship Id="rId27" Type="http://schemas.openxmlformats.org/officeDocument/2006/relationships/slideLayout" Target="../slideLayouts/slideLayout59.xml"/><Relationship Id="rId5" Type="http://schemas.openxmlformats.org/officeDocument/2006/relationships/slideLayout" Target="../slideLayouts/slideLayout37.xml"/><Relationship Id="rId6" Type="http://schemas.openxmlformats.org/officeDocument/2006/relationships/slideLayout" Target="../slideLayouts/slideLayout38.xml"/><Relationship Id="rId29" Type="http://schemas.openxmlformats.org/officeDocument/2006/relationships/slideLayout" Target="../slideLayouts/slideLayout61.xml"/><Relationship Id="rId7" Type="http://schemas.openxmlformats.org/officeDocument/2006/relationships/slideLayout" Target="../slideLayouts/slideLayout39.xml"/><Relationship Id="rId8" Type="http://schemas.openxmlformats.org/officeDocument/2006/relationships/slideLayout" Target="../slideLayouts/slideLayout40.xml"/><Relationship Id="rId31" Type="http://schemas.openxmlformats.org/officeDocument/2006/relationships/slideLayout" Target="../slideLayouts/slideLayout63.xml"/><Relationship Id="rId30" Type="http://schemas.openxmlformats.org/officeDocument/2006/relationships/slideLayout" Target="../slideLayouts/slideLayout62.xml"/><Relationship Id="rId11" Type="http://schemas.openxmlformats.org/officeDocument/2006/relationships/slideLayout" Target="../slideLayouts/slideLayout43.xml"/><Relationship Id="rId33" Type="http://schemas.openxmlformats.org/officeDocument/2006/relationships/theme" Target="../theme/theme1.xml"/><Relationship Id="rId10" Type="http://schemas.openxmlformats.org/officeDocument/2006/relationships/slideLayout" Target="../slideLayouts/slideLayout42.xml"/><Relationship Id="rId32" Type="http://schemas.openxmlformats.org/officeDocument/2006/relationships/slideLayout" Target="../slideLayouts/slideLayout64.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19" Type="http://schemas.openxmlformats.org/officeDocument/2006/relationships/slideLayout" Target="../slideLayouts/slideLayout51.xml"/><Relationship Id="rId18"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slideLayout" Target="../slideLayouts/slideLayout92.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29" Type="http://schemas.openxmlformats.org/officeDocument/2006/relationships/slideLayout" Target="../slideLayouts/slideLayout93.xml"/><Relationship Id="rId7" Type="http://schemas.openxmlformats.org/officeDocument/2006/relationships/slideLayout" Target="../slideLayouts/slideLayout71.xml"/><Relationship Id="rId8" Type="http://schemas.openxmlformats.org/officeDocument/2006/relationships/slideLayout" Target="../slideLayouts/slideLayout72.xml"/><Relationship Id="rId31" Type="http://schemas.openxmlformats.org/officeDocument/2006/relationships/slideLayout" Target="../slideLayouts/slideLayout95.xml"/><Relationship Id="rId30" Type="http://schemas.openxmlformats.org/officeDocument/2006/relationships/slideLayout" Target="../slideLayouts/slideLayout94.xml"/><Relationship Id="rId11" Type="http://schemas.openxmlformats.org/officeDocument/2006/relationships/slideLayout" Target="../slideLayouts/slideLayout75.xml"/><Relationship Id="rId33" Type="http://schemas.openxmlformats.org/officeDocument/2006/relationships/slideLayout" Target="../slideLayouts/slideLayout97.xml"/><Relationship Id="rId10" Type="http://schemas.openxmlformats.org/officeDocument/2006/relationships/slideLayout" Target="../slideLayouts/slideLayout74.xml"/><Relationship Id="rId32" Type="http://schemas.openxmlformats.org/officeDocument/2006/relationships/slideLayout" Target="../slideLayouts/slideLayout96.xml"/><Relationship Id="rId13" Type="http://schemas.openxmlformats.org/officeDocument/2006/relationships/slideLayout" Target="../slideLayouts/slideLayout77.xml"/><Relationship Id="rId35" Type="http://schemas.openxmlformats.org/officeDocument/2006/relationships/slideLayout" Target="../slideLayouts/slideLayout99.xml"/><Relationship Id="rId12" Type="http://schemas.openxmlformats.org/officeDocument/2006/relationships/slideLayout" Target="../slideLayouts/slideLayout76.xml"/><Relationship Id="rId34" Type="http://schemas.openxmlformats.org/officeDocument/2006/relationships/slideLayout" Target="../slideLayouts/slideLayout98.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36" Type="http://schemas.openxmlformats.org/officeDocument/2006/relationships/theme" Target="../theme/theme5.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119.xml"/><Relationship Id="rId22" Type="http://schemas.openxmlformats.org/officeDocument/2006/relationships/slideLayout" Target="../slideLayouts/slideLayout121.xml"/><Relationship Id="rId21" Type="http://schemas.openxmlformats.org/officeDocument/2006/relationships/slideLayout" Target="../slideLayouts/slideLayout120.xml"/><Relationship Id="rId24" Type="http://schemas.openxmlformats.org/officeDocument/2006/relationships/slideLayout" Target="../slideLayouts/slideLayout123.xml"/><Relationship Id="rId23" Type="http://schemas.openxmlformats.org/officeDocument/2006/relationships/slideLayout" Target="../slideLayouts/slideLayout122.xml"/><Relationship Id="rId1" Type="http://schemas.openxmlformats.org/officeDocument/2006/relationships/slideLayout" Target="../slideLayouts/slideLayout100.xml"/><Relationship Id="rId2" Type="http://schemas.openxmlformats.org/officeDocument/2006/relationships/slideLayout" Target="../slideLayouts/slideLayout101.xml"/><Relationship Id="rId3" Type="http://schemas.openxmlformats.org/officeDocument/2006/relationships/slideLayout" Target="../slideLayouts/slideLayout102.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26" Type="http://schemas.openxmlformats.org/officeDocument/2006/relationships/slideLayout" Target="../slideLayouts/slideLayout125.xml"/><Relationship Id="rId25" Type="http://schemas.openxmlformats.org/officeDocument/2006/relationships/slideLayout" Target="../slideLayouts/slideLayout124.xml"/><Relationship Id="rId28" Type="http://schemas.openxmlformats.org/officeDocument/2006/relationships/slideLayout" Target="../slideLayouts/slideLayout127.xml"/><Relationship Id="rId27" Type="http://schemas.openxmlformats.org/officeDocument/2006/relationships/slideLayout" Target="../slideLayouts/slideLayout126.xml"/><Relationship Id="rId5" Type="http://schemas.openxmlformats.org/officeDocument/2006/relationships/slideLayout" Target="../slideLayouts/slideLayout104.xml"/><Relationship Id="rId6" Type="http://schemas.openxmlformats.org/officeDocument/2006/relationships/slideLayout" Target="../slideLayouts/slideLayout105.xml"/><Relationship Id="rId29" Type="http://schemas.openxmlformats.org/officeDocument/2006/relationships/slideLayout" Target="../slideLayouts/slideLayout128.xml"/><Relationship Id="rId7" Type="http://schemas.openxmlformats.org/officeDocument/2006/relationships/slideLayout" Target="../slideLayouts/slideLayout106.xml"/><Relationship Id="rId8" Type="http://schemas.openxmlformats.org/officeDocument/2006/relationships/slideLayout" Target="../slideLayouts/slideLayout107.xml"/><Relationship Id="rId31" Type="http://schemas.openxmlformats.org/officeDocument/2006/relationships/slideLayout" Target="../slideLayouts/slideLayout130.xml"/><Relationship Id="rId30" Type="http://schemas.openxmlformats.org/officeDocument/2006/relationships/slideLayout" Target="../slideLayouts/slideLayout129.xml"/><Relationship Id="rId11" Type="http://schemas.openxmlformats.org/officeDocument/2006/relationships/slideLayout" Target="../slideLayouts/slideLayout110.xml"/><Relationship Id="rId33" Type="http://schemas.openxmlformats.org/officeDocument/2006/relationships/slideLayout" Target="../slideLayouts/slideLayout132.xml"/><Relationship Id="rId10" Type="http://schemas.openxmlformats.org/officeDocument/2006/relationships/slideLayout" Target="../slideLayouts/slideLayout109.xml"/><Relationship Id="rId32" Type="http://schemas.openxmlformats.org/officeDocument/2006/relationships/slideLayout" Target="../slideLayouts/slideLayout131.xml"/><Relationship Id="rId13" Type="http://schemas.openxmlformats.org/officeDocument/2006/relationships/slideLayout" Target="../slideLayouts/slideLayout112.xml"/><Relationship Id="rId35" Type="http://schemas.openxmlformats.org/officeDocument/2006/relationships/slideLayout" Target="../slideLayouts/slideLayout134.xml"/><Relationship Id="rId12" Type="http://schemas.openxmlformats.org/officeDocument/2006/relationships/slideLayout" Target="../slideLayouts/slideLayout111.xml"/><Relationship Id="rId34" Type="http://schemas.openxmlformats.org/officeDocument/2006/relationships/slideLayout" Target="../slideLayouts/slideLayout133.xml"/><Relationship Id="rId15" Type="http://schemas.openxmlformats.org/officeDocument/2006/relationships/slideLayout" Target="../slideLayouts/slideLayout114.xml"/><Relationship Id="rId14" Type="http://schemas.openxmlformats.org/officeDocument/2006/relationships/slideLayout" Target="../slideLayouts/slideLayout113.xml"/><Relationship Id="rId36" Type="http://schemas.openxmlformats.org/officeDocument/2006/relationships/theme" Target="../theme/theme3.xml"/><Relationship Id="rId17" Type="http://schemas.openxmlformats.org/officeDocument/2006/relationships/slideLayout" Target="../slideLayouts/slideLayout116.xml"/><Relationship Id="rId16" Type="http://schemas.openxmlformats.org/officeDocument/2006/relationships/slideLayout" Target="../slideLayouts/slideLayout115.xml"/><Relationship Id="rId19" Type="http://schemas.openxmlformats.org/officeDocument/2006/relationships/slideLayout" Target="../slideLayouts/slideLayout118.xml"/><Relationship Id="rId18" Type="http://schemas.openxmlformats.org/officeDocument/2006/relationships/slideLayout" Target="../slideLayouts/slideLayout1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1pPr>
            <a:lvl2pPr lvl="1"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2pPr>
            <a:lvl3pPr lvl="2"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3pPr>
            <a:lvl4pPr lvl="3"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4pPr>
            <a:lvl5pPr lvl="4"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5pPr>
            <a:lvl6pPr lvl="5"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6pPr>
            <a:lvl7pPr lvl="6"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7pPr>
            <a:lvl8pPr lvl="7"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8pPr>
            <a:lvl9pPr lvl="8"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6" name="Shape 296"/>
        <p:cNvGrpSpPr/>
        <p:nvPr/>
      </p:nvGrpSpPr>
      <p:grpSpPr>
        <a:xfrm>
          <a:off x="0" y="0"/>
          <a:ext cx="0" cy="0"/>
          <a:chOff x="0" y="0"/>
          <a:chExt cx="0" cy="0"/>
        </a:xfrm>
      </p:grpSpPr>
      <p:sp>
        <p:nvSpPr>
          <p:cNvPr id="297" name="Google Shape;297;p3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1pPr>
            <a:lvl2pPr lvl="1"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2pPr>
            <a:lvl3pPr lvl="2"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3pPr>
            <a:lvl4pPr lvl="3"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4pPr>
            <a:lvl5pPr lvl="4"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5pPr>
            <a:lvl6pPr lvl="5"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6pPr>
            <a:lvl7pPr lvl="6"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7pPr>
            <a:lvl8pPr lvl="7"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8pPr>
            <a:lvl9pPr lvl="8"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9pPr>
          </a:lstStyle>
          <a:p/>
        </p:txBody>
      </p:sp>
      <p:sp>
        <p:nvSpPr>
          <p:cNvPr id="298" name="Google Shape;298;p3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 id="2147483707" r:id="rId28"/>
    <p:sldLayoutId id="2147483708" r:id="rId29"/>
    <p:sldLayoutId id="2147483709" r:id="rId30"/>
    <p:sldLayoutId id="2147483710" r:id="rId31"/>
    <p:sldLayoutId id="2147483711"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87" name="Shape 587"/>
        <p:cNvGrpSpPr/>
        <p:nvPr/>
      </p:nvGrpSpPr>
      <p:grpSpPr>
        <a:xfrm>
          <a:off x="0" y="0"/>
          <a:ext cx="0" cy="0"/>
          <a:chOff x="0" y="0"/>
          <a:chExt cx="0" cy="0"/>
        </a:xfrm>
      </p:grpSpPr>
      <p:sp>
        <p:nvSpPr>
          <p:cNvPr id="588" name="Google Shape;588;p6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1pPr>
            <a:lvl2pPr lvl="1"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2pPr>
            <a:lvl3pPr lvl="2"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3pPr>
            <a:lvl4pPr lvl="3"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4pPr>
            <a:lvl5pPr lvl="4"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5pPr>
            <a:lvl6pPr lvl="5"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6pPr>
            <a:lvl7pPr lvl="6"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7pPr>
            <a:lvl8pPr lvl="7"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8pPr>
            <a:lvl9pPr lvl="8"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9pPr>
          </a:lstStyle>
          <a:p/>
        </p:txBody>
      </p:sp>
      <p:sp>
        <p:nvSpPr>
          <p:cNvPr id="589" name="Google Shape;589;p6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5" name="Shape 885"/>
        <p:cNvGrpSpPr/>
        <p:nvPr/>
      </p:nvGrpSpPr>
      <p:grpSpPr>
        <a:xfrm>
          <a:off x="0" y="0"/>
          <a:ext cx="0" cy="0"/>
          <a:chOff x="0" y="0"/>
          <a:chExt cx="0" cy="0"/>
        </a:xfrm>
      </p:grpSpPr>
      <p:sp>
        <p:nvSpPr>
          <p:cNvPr id="886" name="Google Shape;886;p10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1pPr>
            <a:lvl2pPr lvl="1"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2pPr>
            <a:lvl3pPr lvl="2"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3pPr>
            <a:lvl4pPr lvl="3"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4pPr>
            <a:lvl5pPr lvl="4"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5pPr>
            <a:lvl6pPr lvl="5"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6pPr>
            <a:lvl7pPr lvl="6"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7pPr>
            <a:lvl8pPr lvl="7"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8pPr>
            <a:lvl9pPr lvl="8" rtl="0">
              <a:spcBef>
                <a:spcPts val="0"/>
              </a:spcBef>
              <a:spcAft>
                <a:spcPts val="0"/>
              </a:spcAft>
              <a:buClr>
                <a:schemeClr val="dk1"/>
              </a:buClr>
              <a:buSzPts val="3300"/>
              <a:buFont typeface="Lato"/>
              <a:buNone/>
              <a:defRPr b="1" sz="3300">
                <a:solidFill>
                  <a:schemeClr val="dk1"/>
                </a:solidFill>
                <a:latin typeface="Lato"/>
                <a:ea typeface="Lato"/>
                <a:cs typeface="Lato"/>
                <a:sym typeface="Lato"/>
              </a:defRPr>
            </a:lvl9pPr>
          </a:lstStyle>
          <a:p/>
        </p:txBody>
      </p:sp>
      <p:sp>
        <p:nvSpPr>
          <p:cNvPr id="887" name="Google Shape;887;p10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79" r:id="rId33"/>
    <p:sldLayoutId id="2147483780" r:id="rId34"/>
    <p:sldLayoutId id="2147483781" r:id="rId3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39"/>
          <p:cNvSpPr txBox="1"/>
          <p:nvPr>
            <p:ph type="ctrTitle"/>
          </p:nvPr>
        </p:nvSpPr>
        <p:spPr>
          <a:xfrm>
            <a:off x="713225" y="867425"/>
            <a:ext cx="4113900" cy="1610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Predicting Depression Score</a:t>
            </a:r>
            <a:endParaRPr sz="3400"/>
          </a:p>
        </p:txBody>
      </p:sp>
      <p:sp>
        <p:nvSpPr>
          <p:cNvPr id="1188" name="Google Shape;1188;p139"/>
          <p:cNvSpPr txBox="1"/>
          <p:nvPr>
            <p:ph idx="1" type="subTitle"/>
          </p:nvPr>
        </p:nvSpPr>
        <p:spPr>
          <a:xfrm>
            <a:off x="713225" y="3159225"/>
            <a:ext cx="41139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Aiden Brown and Tony </a:t>
            </a:r>
            <a:r>
              <a:rPr lang="en"/>
              <a:t>Nguyen</a:t>
            </a:r>
            <a:endParaRPr/>
          </a:p>
        </p:txBody>
      </p:sp>
      <p:sp>
        <p:nvSpPr>
          <p:cNvPr id="1189" name="Google Shape;1189;p139"/>
          <p:cNvSpPr/>
          <p:nvPr/>
        </p:nvSpPr>
        <p:spPr>
          <a:xfrm>
            <a:off x="5397250" y="3083025"/>
            <a:ext cx="3746757" cy="2060497"/>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39"/>
          <p:cNvSpPr/>
          <p:nvPr/>
        </p:nvSpPr>
        <p:spPr>
          <a:xfrm flipH="1">
            <a:off x="7550208" y="-639075"/>
            <a:ext cx="1593791" cy="2417947"/>
          </a:xfrm>
          <a:custGeom>
            <a:rect b="b" l="l" r="r" t="t"/>
            <a:pathLst>
              <a:path extrusionOk="0" h="19015" w="9013">
                <a:moveTo>
                  <a:pt x="0" y="1"/>
                </a:moveTo>
                <a:lnTo>
                  <a:pt x="0" y="19015"/>
                </a:lnTo>
                <a:cubicBezTo>
                  <a:pt x="1022" y="18385"/>
                  <a:pt x="2061" y="17788"/>
                  <a:pt x="3054" y="17119"/>
                </a:cubicBezTo>
                <a:cubicBezTo>
                  <a:pt x="3879" y="16561"/>
                  <a:pt x="4666" y="15953"/>
                  <a:pt x="5368" y="15244"/>
                </a:cubicBezTo>
                <a:cubicBezTo>
                  <a:pt x="6044" y="14557"/>
                  <a:pt x="6631" y="13780"/>
                  <a:pt x="7142" y="12963"/>
                </a:cubicBezTo>
                <a:cubicBezTo>
                  <a:pt x="8160" y="11348"/>
                  <a:pt x="9012" y="9362"/>
                  <a:pt x="8523" y="7423"/>
                </a:cubicBezTo>
                <a:cubicBezTo>
                  <a:pt x="8059" y="5588"/>
                  <a:pt x="6530" y="4239"/>
                  <a:pt x="5019" y="3224"/>
                </a:cubicBezTo>
                <a:cubicBezTo>
                  <a:pt x="4040" y="2566"/>
                  <a:pt x="3044" y="1932"/>
                  <a:pt x="2054" y="1289"/>
                </a:cubicBezTo>
                <a:cubicBezTo>
                  <a:pt x="1378" y="850"/>
                  <a:pt x="694" y="41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1" name="Google Shape;1191;p139"/>
          <p:cNvGrpSpPr/>
          <p:nvPr/>
        </p:nvGrpSpPr>
        <p:grpSpPr>
          <a:xfrm rot="-5803427">
            <a:off x="8032396" y="3715751"/>
            <a:ext cx="1454404" cy="1280474"/>
            <a:chOff x="5917100" y="2092158"/>
            <a:chExt cx="1102175" cy="970367"/>
          </a:xfrm>
        </p:grpSpPr>
        <p:sp>
          <p:nvSpPr>
            <p:cNvPr id="1192" name="Google Shape;1192;p139"/>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39"/>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39"/>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39"/>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39"/>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39"/>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139"/>
          <p:cNvGrpSpPr/>
          <p:nvPr/>
        </p:nvGrpSpPr>
        <p:grpSpPr>
          <a:xfrm>
            <a:off x="5330195" y="1069416"/>
            <a:ext cx="3169210" cy="3153247"/>
            <a:chOff x="5330195" y="1069416"/>
            <a:chExt cx="3169210" cy="3153247"/>
          </a:xfrm>
        </p:grpSpPr>
        <p:grpSp>
          <p:nvGrpSpPr>
            <p:cNvPr id="1199" name="Google Shape;1199;p139"/>
            <p:cNvGrpSpPr/>
            <p:nvPr/>
          </p:nvGrpSpPr>
          <p:grpSpPr>
            <a:xfrm>
              <a:off x="5330195" y="1069416"/>
              <a:ext cx="3169210" cy="3153247"/>
              <a:chOff x="1781375" y="2040725"/>
              <a:chExt cx="516200" cy="513600"/>
            </a:xfrm>
          </p:grpSpPr>
          <p:sp>
            <p:nvSpPr>
              <p:cNvPr id="1200" name="Google Shape;1200;p139"/>
              <p:cNvSpPr/>
              <p:nvPr/>
            </p:nvSpPr>
            <p:spPr>
              <a:xfrm>
                <a:off x="1781375" y="2286825"/>
                <a:ext cx="251225" cy="267500"/>
              </a:xfrm>
              <a:custGeom>
                <a:rect b="b" l="l" r="r" t="t"/>
                <a:pathLst>
                  <a:path extrusionOk="0" fill="none" h="10700" w="10049">
                    <a:moveTo>
                      <a:pt x="3666" y="5735"/>
                    </a:moveTo>
                    <a:cubicBezTo>
                      <a:pt x="3120" y="6394"/>
                      <a:pt x="3083" y="7771"/>
                      <a:pt x="4181" y="8660"/>
                    </a:cubicBezTo>
                    <a:cubicBezTo>
                      <a:pt x="5274" y="9552"/>
                      <a:pt x="7206" y="9408"/>
                      <a:pt x="7699" y="8729"/>
                    </a:cubicBezTo>
                    <a:cubicBezTo>
                      <a:pt x="8192" y="8052"/>
                      <a:pt x="7145" y="7279"/>
                      <a:pt x="6562" y="7930"/>
                    </a:cubicBezTo>
                    <a:cubicBezTo>
                      <a:pt x="6383" y="8131"/>
                      <a:pt x="6303" y="8383"/>
                      <a:pt x="6285" y="8635"/>
                    </a:cubicBezTo>
                    <a:cubicBezTo>
                      <a:pt x="6220" y="9455"/>
                      <a:pt x="6782" y="10189"/>
                      <a:pt x="7577" y="10394"/>
                    </a:cubicBezTo>
                    <a:cubicBezTo>
                      <a:pt x="8746" y="10700"/>
                      <a:pt x="10049" y="10189"/>
                      <a:pt x="10049" y="10189"/>
                    </a:cubicBezTo>
                    <a:lnTo>
                      <a:pt x="10049" y="0"/>
                    </a:lnTo>
                    <a:lnTo>
                      <a:pt x="997" y="0"/>
                    </a:lnTo>
                    <a:cubicBezTo>
                      <a:pt x="997" y="0"/>
                      <a:pt x="0" y="2274"/>
                      <a:pt x="1439" y="3299"/>
                    </a:cubicBezTo>
                    <a:cubicBezTo>
                      <a:pt x="1925" y="3645"/>
                      <a:pt x="2547" y="3739"/>
                      <a:pt x="3130" y="3598"/>
                    </a:cubicBezTo>
                    <a:cubicBezTo>
                      <a:pt x="3641" y="3480"/>
                      <a:pt x="4221" y="3184"/>
                      <a:pt x="4296" y="2479"/>
                    </a:cubicBezTo>
                    <a:cubicBezTo>
                      <a:pt x="4432" y="1192"/>
                      <a:pt x="2627" y="752"/>
                      <a:pt x="2504" y="208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39"/>
              <p:cNvSpPr/>
              <p:nvPr/>
            </p:nvSpPr>
            <p:spPr>
              <a:xfrm>
                <a:off x="1799450" y="2375500"/>
                <a:ext cx="64325" cy="82850"/>
              </a:xfrm>
              <a:custGeom>
                <a:rect b="b" l="l" r="r" t="t"/>
                <a:pathLst>
                  <a:path extrusionOk="0" fill="none" h="3314" w="2573">
                    <a:moveTo>
                      <a:pt x="1195" y="1"/>
                    </a:moveTo>
                    <a:cubicBezTo>
                      <a:pt x="1195" y="1"/>
                      <a:pt x="1" y="2246"/>
                      <a:pt x="2573" y="3314"/>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39"/>
              <p:cNvSpPr/>
              <p:nvPr/>
            </p:nvSpPr>
            <p:spPr>
              <a:xfrm>
                <a:off x="1915200" y="2390250"/>
                <a:ext cx="47800" cy="39600"/>
              </a:xfrm>
              <a:custGeom>
                <a:rect b="b" l="l" r="r" t="t"/>
                <a:pathLst>
                  <a:path extrusionOk="0" fill="none" h="1584" w="1912">
                    <a:moveTo>
                      <a:pt x="0" y="249"/>
                    </a:moveTo>
                    <a:cubicBezTo>
                      <a:pt x="0" y="249"/>
                      <a:pt x="1616" y="1"/>
                      <a:pt x="1911" y="1583"/>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39"/>
              <p:cNvSpPr/>
              <p:nvPr/>
            </p:nvSpPr>
            <p:spPr>
              <a:xfrm>
                <a:off x="1946875" y="2350950"/>
                <a:ext cx="35350" cy="52375"/>
              </a:xfrm>
              <a:custGeom>
                <a:rect b="b" l="l" r="r" t="t"/>
                <a:pathLst>
                  <a:path extrusionOk="0" fill="none" h="2095" w="1414">
                    <a:moveTo>
                      <a:pt x="0" y="2094"/>
                    </a:moveTo>
                    <a:cubicBezTo>
                      <a:pt x="0" y="2094"/>
                      <a:pt x="1414" y="1666"/>
                      <a:pt x="975"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39"/>
              <p:cNvSpPr/>
              <p:nvPr/>
            </p:nvSpPr>
            <p:spPr>
              <a:xfrm>
                <a:off x="2046325" y="2286825"/>
                <a:ext cx="251250" cy="267500"/>
              </a:xfrm>
              <a:custGeom>
                <a:rect b="b" l="l" r="r" t="t"/>
                <a:pathLst>
                  <a:path extrusionOk="0" fill="none" h="10700" w="10050">
                    <a:moveTo>
                      <a:pt x="6383" y="5735"/>
                    </a:moveTo>
                    <a:cubicBezTo>
                      <a:pt x="6930" y="6394"/>
                      <a:pt x="6963" y="7771"/>
                      <a:pt x="5869" y="8660"/>
                    </a:cubicBezTo>
                    <a:cubicBezTo>
                      <a:pt x="4771" y="9552"/>
                      <a:pt x="2843" y="9408"/>
                      <a:pt x="2350" y="8729"/>
                    </a:cubicBezTo>
                    <a:cubicBezTo>
                      <a:pt x="1857" y="8052"/>
                      <a:pt x="2905" y="7279"/>
                      <a:pt x="3487" y="7930"/>
                    </a:cubicBezTo>
                    <a:cubicBezTo>
                      <a:pt x="3667" y="8131"/>
                      <a:pt x="3747" y="8383"/>
                      <a:pt x="3764" y="8635"/>
                    </a:cubicBezTo>
                    <a:cubicBezTo>
                      <a:pt x="3829" y="9455"/>
                      <a:pt x="3267" y="10189"/>
                      <a:pt x="2473" y="10394"/>
                    </a:cubicBezTo>
                    <a:cubicBezTo>
                      <a:pt x="1303" y="10700"/>
                      <a:pt x="1" y="10189"/>
                      <a:pt x="1" y="10189"/>
                    </a:cubicBezTo>
                    <a:lnTo>
                      <a:pt x="1" y="0"/>
                    </a:lnTo>
                    <a:lnTo>
                      <a:pt x="9052" y="0"/>
                    </a:lnTo>
                    <a:cubicBezTo>
                      <a:pt x="9052" y="0"/>
                      <a:pt x="10050" y="2274"/>
                      <a:pt x="8610" y="3299"/>
                    </a:cubicBezTo>
                    <a:cubicBezTo>
                      <a:pt x="8121" y="3645"/>
                      <a:pt x="7503" y="3739"/>
                      <a:pt x="6920" y="3598"/>
                    </a:cubicBezTo>
                    <a:cubicBezTo>
                      <a:pt x="6409" y="3480"/>
                      <a:pt x="5826" y="3184"/>
                      <a:pt x="5754" y="2479"/>
                    </a:cubicBezTo>
                    <a:cubicBezTo>
                      <a:pt x="5613" y="1192"/>
                      <a:pt x="7423" y="752"/>
                      <a:pt x="7546" y="208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39"/>
              <p:cNvSpPr/>
              <p:nvPr/>
            </p:nvSpPr>
            <p:spPr>
              <a:xfrm>
                <a:off x="2215150" y="2375500"/>
                <a:ext cx="64350" cy="82850"/>
              </a:xfrm>
              <a:custGeom>
                <a:rect b="b" l="l" r="r" t="t"/>
                <a:pathLst>
                  <a:path extrusionOk="0" fill="none" h="3314" w="2574">
                    <a:moveTo>
                      <a:pt x="1379" y="1"/>
                    </a:moveTo>
                    <a:cubicBezTo>
                      <a:pt x="1379" y="1"/>
                      <a:pt x="2573" y="2246"/>
                      <a:pt x="1" y="3314"/>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39"/>
              <p:cNvSpPr/>
              <p:nvPr/>
            </p:nvSpPr>
            <p:spPr>
              <a:xfrm>
                <a:off x="2115950" y="2390250"/>
                <a:ext cx="47800" cy="39600"/>
              </a:xfrm>
              <a:custGeom>
                <a:rect b="b" l="l" r="r" t="t"/>
                <a:pathLst>
                  <a:path extrusionOk="0" fill="none" h="1584" w="1912">
                    <a:moveTo>
                      <a:pt x="1911" y="249"/>
                    </a:moveTo>
                    <a:cubicBezTo>
                      <a:pt x="1911" y="249"/>
                      <a:pt x="296" y="1"/>
                      <a:pt x="1" y="1583"/>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39"/>
              <p:cNvSpPr/>
              <p:nvPr/>
            </p:nvSpPr>
            <p:spPr>
              <a:xfrm>
                <a:off x="2096600" y="2350950"/>
                <a:ext cx="35475" cy="52375"/>
              </a:xfrm>
              <a:custGeom>
                <a:rect b="b" l="l" r="r" t="t"/>
                <a:pathLst>
                  <a:path extrusionOk="0" fill="none" h="2095" w="1419">
                    <a:moveTo>
                      <a:pt x="1419" y="2094"/>
                    </a:moveTo>
                    <a:cubicBezTo>
                      <a:pt x="1419" y="2094"/>
                      <a:pt x="1" y="1666"/>
                      <a:pt x="444"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39"/>
              <p:cNvSpPr/>
              <p:nvPr/>
            </p:nvSpPr>
            <p:spPr>
              <a:xfrm>
                <a:off x="2103900" y="2040725"/>
                <a:ext cx="76025" cy="107425"/>
              </a:xfrm>
              <a:custGeom>
                <a:rect b="b" l="l" r="r" t="t"/>
                <a:pathLst>
                  <a:path extrusionOk="0" fill="none" h="4297" w="3041">
                    <a:moveTo>
                      <a:pt x="590" y="4085"/>
                    </a:moveTo>
                    <a:cubicBezTo>
                      <a:pt x="590" y="4085"/>
                      <a:pt x="1" y="1548"/>
                      <a:pt x="648" y="774"/>
                    </a:cubicBezTo>
                    <a:cubicBezTo>
                      <a:pt x="1296" y="1"/>
                      <a:pt x="2925" y="487"/>
                      <a:pt x="2983" y="1476"/>
                    </a:cubicBezTo>
                    <a:cubicBezTo>
                      <a:pt x="3041" y="2469"/>
                      <a:pt x="1191" y="4296"/>
                      <a:pt x="1191" y="429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39"/>
              <p:cNvSpPr/>
              <p:nvPr/>
            </p:nvSpPr>
            <p:spPr>
              <a:xfrm>
                <a:off x="2075750" y="2054325"/>
                <a:ext cx="39775" cy="91400"/>
              </a:xfrm>
              <a:custGeom>
                <a:rect b="b" l="l" r="r" t="t"/>
                <a:pathLst>
                  <a:path extrusionOk="0" fill="none" h="3656" w="1591">
                    <a:moveTo>
                      <a:pt x="1318" y="3656"/>
                    </a:moveTo>
                    <a:cubicBezTo>
                      <a:pt x="1318" y="3656"/>
                      <a:pt x="26" y="1918"/>
                      <a:pt x="15" y="1245"/>
                    </a:cubicBezTo>
                    <a:cubicBezTo>
                      <a:pt x="1" y="576"/>
                      <a:pt x="1015" y="1"/>
                      <a:pt x="1590" y="57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39"/>
              <p:cNvSpPr/>
              <p:nvPr/>
            </p:nvSpPr>
            <p:spPr>
              <a:xfrm>
                <a:off x="2138800" y="2078500"/>
                <a:ext cx="71450" cy="78025"/>
              </a:xfrm>
              <a:custGeom>
                <a:rect b="b" l="l" r="r" t="t"/>
                <a:pathLst>
                  <a:path extrusionOk="0" fill="none" h="3121" w="2858">
                    <a:moveTo>
                      <a:pt x="0" y="3120"/>
                    </a:moveTo>
                    <a:cubicBezTo>
                      <a:pt x="0" y="3120"/>
                      <a:pt x="2159" y="2254"/>
                      <a:pt x="2508" y="1419"/>
                    </a:cubicBezTo>
                    <a:cubicBezTo>
                      <a:pt x="2857" y="588"/>
                      <a:pt x="2015" y="1"/>
                      <a:pt x="1533" y="34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39"/>
              <p:cNvSpPr/>
              <p:nvPr/>
            </p:nvSpPr>
            <p:spPr>
              <a:xfrm>
                <a:off x="2089050" y="2175550"/>
                <a:ext cx="26850" cy="111300"/>
              </a:xfrm>
              <a:custGeom>
                <a:rect b="b" l="l" r="r" t="t"/>
                <a:pathLst>
                  <a:path extrusionOk="0" fill="none" h="4452" w="1074">
                    <a:moveTo>
                      <a:pt x="1" y="4451"/>
                    </a:moveTo>
                    <a:cubicBezTo>
                      <a:pt x="271" y="2785"/>
                      <a:pt x="652" y="836"/>
                      <a:pt x="1073"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39"/>
              <p:cNvSpPr/>
              <p:nvPr/>
            </p:nvSpPr>
            <p:spPr>
              <a:xfrm>
                <a:off x="2099300" y="2140900"/>
                <a:ext cx="45375" cy="42675"/>
              </a:xfrm>
              <a:custGeom>
                <a:rect b="b" l="l" r="r" t="t"/>
                <a:pathLst>
                  <a:path extrusionOk="0" h="1707" w="1815">
                    <a:moveTo>
                      <a:pt x="765" y="1"/>
                    </a:moveTo>
                    <a:cubicBezTo>
                      <a:pt x="621" y="1"/>
                      <a:pt x="467" y="29"/>
                      <a:pt x="306" y="99"/>
                    </a:cubicBezTo>
                    <a:cubicBezTo>
                      <a:pt x="306" y="99"/>
                      <a:pt x="1" y="1438"/>
                      <a:pt x="534" y="1679"/>
                    </a:cubicBezTo>
                    <a:cubicBezTo>
                      <a:pt x="576" y="1698"/>
                      <a:pt x="620" y="1707"/>
                      <a:pt x="664" y="1707"/>
                    </a:cubicBezTo>
                    <a:cubicBezTo>
                      <a:pt x="1180" y="1707"/>
                      <a:pt x="1814" y="523"/>
                      <a:pt x="1814" y="523"/>
                    </a:cubicBezTo>
                    <a:cubicBezTo>
                      <a:pt x="1814" y="523"/>
                      <a:pt x="1382" y="1"/>
                      <a:pt x="7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39"/>
              <p:cNvSpPr/>
              <p:nvPr/>
            </p:nvSpPr>
            <p:spPr>
              <a:xfrm>
                <a:off x="1936875" y="2073650"/>
                <a:ext cx="79100" cy="105700"/>
              </a:xfrm>
              <a:custGeom>
                <a:rect b="b" l="l" r="r" t="t"/>
                <a:pathLst>
                  <a:path extrusionOk="0" fill="none" h="4228" w="3164">
                    <a:moveTo>
                      <a:pt x="2073" y="4142"/>
                    </a:moveTo>
                    <a:cubicBezTo>
                      <a:pt x="2073" y="4142"/>
                      <a:pt x="3163" y="1778"/>
                      <a:pt x="2685" y="890"/>
                    </a:cubicBezTo>
                    <a:cubicBezTo>
                      <a:pt x="2206" y="1"/>
                      <a:pt x="515" y="148"/>
                      <a:pt x="256" y="1106"/>
                    </a:cubicBezTo>
                    <a:cubicBezTo>
                      <a:pt x="0" y="2066"/>
                      <a:pt x="1440" y="4228"/>
                      <a:pt x="1440" y="422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39"/>
              <p:cNvSpPr/>
              <p:nvPr/>
            </p:nvSpPr>
            <p:spPr>
              <a:xfrm>
                <a:off x="1997950" y="2093975"/>
                <a:ext cx="47775" cy="88075"/>
              </a:xfrm>
              <a:custGeom>
                <a:rect b="b" l="l" r="r" t="t"/>
                <a:pathLst>
                  <a:path extrusionOk="0" fill="none" h="3523" w="1911">
                    <a:moveTo>
                      <a:pt x="0" y="3523"/>
                    </a:moveTo>
                    <a:cubicBezTo>
                      <a:pt x="0" y="3523"/>
                      <a:pt x="1612" y="2080"/>
                      <a:pt x="1760" y="1426"/>
                    </a:cubicBezTo>
                    <a:cubicBezTo>
                      <a:pt x="1911" y="771"/>
                      <a:pt x="1033" y="1"/>
                      <a:pt x="350" y="454"/>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39"/>
              <p:cNvSpPr/>
              <p:nvPr/>
            </p:nvSpPr>
            <p:spPr>
              <a:xfrm>
                <a:off x="1909100" y="2100000"/>
                <a:ext cx="57125" cy="86575"/>
              </a:xfrm>
              <a:custGeom>
                <a:rect b="b" l="l" r="r" t="t"/>
                <a:pathLst>
                  <a:path extrusionOk="0" fill="none" h="3463" w="2285">
                    <a:moveTo>
                      <a:pt x="2285" y="3462"/>
                    </a:moveTo>
                    <a:cubicBezTo>
                      <a:pt x="2285" y="3462"/>
                      <a:pt x="345" y="2174"/>
                      <a:pt x="173" y="1289"/>
                    </a:cubicBezTo>
                    <a:cubicBezTo>
                      <a:pt x="0" y="404"/>
                      <a:pt x="939" y="1"/>
                      <a:pt x="1342" y="433"/>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39"/>
              <p:cNvSpPr/>
              <p:nvPr/>
            </p:nvSpPr>
            <p:spPr>
              <a:xfrm>
                <a:off x="1984825" y="2209825"/>
                <a:ext cx="5400" cy="77025"/>
              </a:xfrm>
              <a:custGeom>
                <a:rect b="b" l="l" r="r" t="t"/>
                <a:pathLst>
                  <a:path extrusionOk="0" fill="none" h="3081" w="216">
                    <a:moveTo>
                      <a:pt x="198" y="3080"/>
                    </a:moveTo>
                    <a:cubicBezTo>
                      <a:pt x="216" y="1836"/>
                      <a:pt x="173" y="645"/>
                      <a:pt x="0"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39"/>
              <p:cNvSpPr/>
              <p:nvPr/>
            </p:nvSpPr>
            <p:spPr>
              <a:xfrm>
                <a:off x="1960975" y="2174825"/>
                <a:ext cx="39800" cy="42950"/>
              </a:xfrm>
              <a:custGeom>
                <a:rect b="b" l="l" r="r" t="t"/>
                <a:pathLst>
                  <a:path extrusionOk="0" h="1718" w="1592">
                    <a:moveTo>
                      <a:pt x="908" y="0"/>
                    </a:moveTo>
                    <a:cubicBezTo>
                      <a:pt x="404" y="0"/>
                      <a:pt x="1" y="325"/>
                      <a:pt x="1" y="325"/>
                    </a:cubicBezTo>
                    <a:cubicBezTo>
                      <a:pt x="1" y="325"/>
                      <a:pt x="415" y="1718"/>
                      <a:pt x="953" y="1718"/>
                    </a:cubicBezTo>
                    <a:cubicBezTo>
                      <a:pt x="976" y="1718"/>
                      <a:pt x="999" y="1715"/>
                      <a:pt x="1022" y="1710"/>
                    </a:cubicBezTo>
                    <a:cubicBezTo>
                      <a:pt x="1591" y="1584"/>
                      <a:pt x="1562" y="210"/>
                      <a:pt x="1562" y="210"/>
                    </a:cubicBezTo>
                    <a:cubicBezTo>
                      <a:pt x="1341" y="55"/>
                      <a:pt x="1116" y="0"/>
                      <a:pt x="9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39"/>
              <p:cNvSpPr/>
              <p:nvPr/>
            </p:nvSpPr>
            <p:spPr>
              <a:xfrm>
                <a:off x="2190175" y="2145700"/>
                <a:ext cx="69900" cy="62900"/>
              </a:xfrm>
              <a:custGeom>
                <a:rect b="b" l="l" r="r" t="t"/>
                <a:pathLst>
                  <a:path extrusionOk="0" fill="none" h="2516" w="2796">
                    <a:moveTo>
                      <a:pt x="0" y="2515"/>
                    </a:moveTo>
                    <a:cubicBezTo>
                      <a:pt x="0" y="2515"/>
                      <a:pt x="294" y="1210"/>
                      <a:pt x="1363" y="735"/>
                    </a:cubicBezTo>
                    <a:cubicBezTo>
                      <a:pt x="2435" y="263"/>
                      <a:pt x="2795" y="1"/>
                      <a:pt x="2795" y="1"/>
                    </a:cubicBezTo>
                    <a:cubicBezTo>
                      <a:pt x="2795" y="1"/>
                      <a:pt x="2029" y="1987"/>
                      <a:pt x="0" y="2515"/>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39"/>
              <p:cNvSpPr/>
              <p:nvPr/>
            </p:nvSpPr>
            <p:spPr>
              <a:xfrm>
                <a:off x="2141675" y="2246000"/>
                <a:ext cx="90500" cy="36625"/>
              </a:xfrm>
              <a:custGeom>
                <a:rect b="b" l="l" r="r" t="t"/>
                <a:pathLst>
                  <a:path extrusionOk="0" fill="none" h="1465" w="3620">
                    <a:moveTo>
                      <a:pt x="1" y="1043"/>
                    </a:moveTo>
                    <a:cubicBezTo>
                      <a:pt x="1" y="1043"/>
                      <a:pt x="839" y="0"/>
                      <a:pt x="2008" y="50"/>
                    </a:cubicBezTo>
                    <a:cubicBezTo>
                      <a:pt x="3181" y="97"/>
                      <a:pt x="3619" y="22"/>
                      <a:pt x="3619" y="22"/>
                    </a:cubicBezTo>
                    <a:cubicBezTo>
                      <a:pt x="3619" y="22"/>
                      <a:pt x="2055" y="1465"/>
                      <a:pt x="1" y="1043"/>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39"/>
              <p:cNvSpPr/>
              <p:nvPr/>
            </p:nvSpPr>
            <p:spPr>
              <a:xfrm>
                <a:off x="2129175" y="2165500"/>
                <a:ext cx="41125" cy="86175"/>
              </a:xfrm>
              <a:custGeom>
                <a:rect b="b" l="l" r="r" t="t"/>
                <a:pathLst>
                  <a:path extrusionOk="0" fill="none" h="3447" w="1645">
                    <a:moveTo>
                      <a:pt x="141" y="3446"/>
                    </a:moveTo>
                    <a:cubicBezTo>
                      <a:pt x="141" y="3446"/>
                      <a:pt x="1288" y="2756"/>
                      <a:pt x="1400" y="1590"/>
                    </a:cubicBezTo>
                    <a:cubicBezTo>
                      <a:pt x="1512" y="424"/>
                      <a:pt x="1645" y="0"/>
                      <a:pt x="1645" y="0"/>
                    </a:cubicBezTo>
                    <a:cubicBezTo>
                      <a:pt x="1645" y="0"/>
                      <a:pt x="1" y="1356"/>
                      <a:pt x="141" y="3446"/>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39"/>
              <p:cNvSpPr/>
              <p:nvPr/>
            </p:nvSpPr>
            <p:spPr>
              <a:xfrm>
                <a:off x="2112875" y="2165500"/>
                <a:ext cx="125225" cy="121000"/>
              </a:xfrm>
              <a:custGeom>
                <a:rect b="b" l="l" r="r" t="t"/>
                <a:pathLst>
                  <a:path extrusionOk="0" fill="none" h="4840" w="5009">
                    <a:moveTo>
                      <a:pt x="5009" y="0"/>
                    </a:moveTo>
                    <a:cubicBezTo>
                      <a:pt x="5009" y="0"/>
                      <a:pt x="1498" y="3040"/>
                      <a:pt x="1" y="483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39"/>
              <p:cNvSpPr/>
              <p:nvPr/>
            </p:nvSpPr>
            <p:spPr>
              <a:xfrm>
                <a:off x="2122050" y="2186275"/>
                <a:ext cx="38100" cy="89500"/>
              </a:xfrm>
              <a:custGeom>
                <a:rect b="b" l="l" r="r" t="t"/>
                <a:pathLst>
                  <a:path extrusionOk="0" fill="none" h="3580" w="1524">
                    <a:moveTo>
                      <a:pt x="1523" y="0"/>
                    </a:moveTo>
                    <a:cubicBezTo>
                      <a:pt x="1523" y="0"/>
                      <a:pt x="188" y="3223"/>
                      <a:pt x="1" y="358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39"/>
              <p:cNvSpPr/>
              <p:nvPr/>
            </p:nvSpPr>
            <p:spPr>
              <a:xfrm>
                <a:off x="2116850" y="2251650"/>
                <a:ext cx="99125" cy="30075"/>
              </a:xfrm>
              <a:custGeom>
                <a:rect b="b" l="l" r="r" t="t"/>
                <a:pathLst>
                  <a:path extrusionOk="0" fill="none" h="1203" w="3965">
                    <a:moveTo>
                      <a:pt x="1" y="1202"/>
                    </a:moveTo>
                    <a:cubicBezTo>
                      <a:pt x="1" y="1202"/>
                      <a:pt x="2209" y="281"/>
                      <a:pt x="3965"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39"/>
              <p:cNvSpPr/>
              <p:nvPr/>
            </p:nvSpPr>
            <p:spPr>
              <a:xfrm>
                <a:off x="1811575" y="2155600"/>
                <a:ext cx="69925" cy="62975"/>
              </a:xfrm>
              <a:custGeom>
                <a:rect b="b" l="l" r="r" t="t"/>
                <a:pathLst>
                  <a:path extrusionOk="0" fill="none" h="2519" w="2797">
                    <a:moveTo>
                      <a:pt x="2797" y="2519"/>
                    </a:moveTo>
                    <a:cubicBezTo>
                      <a:pt x="2797" y="2519"/>
                      <a:pt x="2505" y="1209"/>
                      <a:pt x="1433" y="738"/>
                    </a:cubicBezTo>
                    <a:cubicBezTo>
                      <a:pt x="364" y="263"/>
                      <a:pt x="1" y="0"/>
                      <a:pt x="1" y="0"/>
                    </a:cubicBezTo>
                    <a:cubicBezTo>
                      <a:pt x="1" y="0"/>
                      <a:pt x="768" y="1986"/>
                      <a:pt x="2797" y="2519"/>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39"/>
              <p:cNvSpPr/>
              <p:nvPr/>
            </p:nvSpPr>
            <p:spPr>
              <a:xfrm>
                <a:off x="1839550" y="2255975"/>
                <a:ext cx="90525" cy="36625"/>
              </a:xfrm>
              <a:custGeom>
                <a:rect b="b" l="l" r="r" t="t"/>
                <a:pathLst>
                  <a:path extrusionOk="0" fill="none" h="1465" w="3621">
                    <a:moveTo>
                      <a:pt x="3621" y="1044"/>
                    </a:moveTo>
                    <a:cubicBezTo>
                      <a:pt x="3621" y="1044"/>
                      <a:pt x="2779" y="0"/>
                      <a:pt x="1609" y="47"/>
                    </a:cubicBezTo>
                    <a:cubicBezTo>
                      <a:pt x="440" y="94"/>
                      <a:pt x="1" y="18"/>
                      <a:pt x="1" y="18"/>
                    </a:cubicBezTo>
                    <a:cubicBezTo>
                      <a:pt x="1" y="18"/>
                      <a:pt x="1566" y="1465"/>
                      <a:pt x="3621" y="1044"/>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39"/>
              <p:cNvSpPr/>
              <p:nvPr/>
            </p:nvSpPr>
            <p:spPr>
              <a:xfrm>
                <a:off x="1901350" y="2175475"/>
                <a:ext cx="41125" cy="86100"/>
              </a:xfrm>
              <a:custGeom>
                <a:rect b="b" l="l" r="r" t="t"/>
                <a:pathLst>
                  <a:path extrusionOk="0" fill="none" h="3444" w="1645">
                    <a:moveTo>
                      <a:pt x="1508" y="3444"/>
                    </a:moveTo>
                    <a:cubicBezTo>
                      <a:pt x="1508" y="3444"/>
                      <a:pt x="360" y="2757"/>
                      <a:pt x="249" y="1591"/>
                    </a:cubicBezTo>
                    <a:cubicBezTo>
                      <a:pt x="137" y="425"/>
                      <a:pt x="0" y="0"/>
                      <a:pt x="0" y="0"/>
                    </a:cubicBezTo>
                    <a:cubicBezTo>
                      <a:pt x="0" y="0"/>
                      <a:pt x="1645" y="1353"/>
                      <a:pt x="1508" y="3444"/>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39"/>
              <p:cNvSpPr/>
              <p:nvPr/>
            </p:nvSpPr>
            <p:spPr>
              <a:xfrm>
                <a:off x="1833625" y="2175475"/>
                <a:ext cx="116950" cy="111375"/>
              </a:xfrm>
              <a:custGeom>
                <a:rect b="b" l="l" r="r" t="t"/>
                <a:pathLst>
                  <a:path extrusionOk="0" fill="none" h="4455" w="4678">
                    <a:moveTo>
                      <a:pt x="1" y="0"/>
                    </a:moveTo>
                    <a:cubicBezTo>
                      <a:pt x="1" y="0"/>
                      <a:pt x="3041" y="2634"/>
                      <a:pt x="4678" y="4454"/>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39"/>
              <p:cNvSpPr/>
              <p:nvPr/>
            </p:nvSpPr>
            <p:spPr>
              <a:xfrm>
                <a:off x="1911600" y="2196150"/>
                <a:ext cx="38000" cy="89525"/>
              </a:xfrm>
              <a:custGeom>
                <a:rect b="b" l="l" r="r" t="t"/>
                <a:pathLst>
                  <a:path extrusionOk="0" fill="none" h="3581" w="1520">
                    <a:moveTo>
                      <a:pt x="0" y="1"/>
                    </a:moveTo>
                    <a:cubicBezTo>
                      <a:pt x="0" y="1"/>
                      <a:pt x="1335" y="3228"/>
                      <a:pt x="1519" y="358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39"/>
              <p:cNvSpPr/>
              <p:nvPr/>
            </p:nvSpPr>
            <p:spPr>
              <a:xfrm>
                <a:off x="1855675" y="2261550"/>
                <a:ext cx="86975" cy="25300"/>
              </a:xfrm>
              <a:custGeom>
                <a:rect b="b" l="l" r="r" t="t"/>
                <a:pathLst>
                  <a:path extrusionOk="0" fill="none" h="1012" w="3479">
                    <a:moveTo>
                      <a:pt x="3479" y="1011"/>
                    </a:moveTo>
                    <a:cubicBezTo>
                      <a:pt x="2727" y="724"/>
                      <a:pt x="1252" y="202"/>
                      <a:pt x="0"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0" name="Google Shape;1230;p139"/>
            <p:cNvSpPr/>
            <p:nvPr/>
          </p:nvSpPr>
          <p:spPr>
            <a:xfrm>
              <a:off x="6871976" y="1897090"/>
              <a:ext cx="256494" cy="255807"/>
            </a:xfrm>
            <a:custGeom>
              <a:rect b="b" l="l" r="r" t="t"/>
              <a:pathLst>
                <a:path extrusionOk="0" h="1131" w="1134">
                  <a:moveTo>
                    <a:pt x="566" y="1"/>
                  </a:moveTo>
                  <a:cubicBezTo>
                    <a:pt x="490" y="275"/>
                    <a:pt x="277" y="490"/>
                    <a:pt x="0" y="566"/>
                  </a:cubicBezTo>
                  <a:cubicBezTo>
                    <a:pt x="277" y="642"/>
                    <a:pt x="490" y="857"/>
                    <a:pt x="566" y="1130"/>
                  </a:cubicBezTo>
                  <a:cubicBezTo>
                    <a:pt x="641" y="857"/>
                    <a:pt x="857" y="642"/>
                    <a:pt x="1134" y="566"/>
                  </a:cubicBezTo>
                  <a:cubicBezTo>
                    <a:pt x="857" y="490"/>
                    <a:pt x="641" y="275"/>
                    <a:pt x="5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39"/>
            <p:cNvSpPr/>
            <p:nvPr/>
          </p:nvSpPr>
          <p:spPr>
            <a:xfrm>
              <a:off x="6030958" y="1221137"/>
              <a:ext cx="116711" cy="116708"/>
            </a:xfrm>
            <a:custGeom>
              <a:rect b="b" l="l" r="r" t="t"/>
              <a:pathLst>
                <a:path extrusionOk="0" h="516" w="516">
                  <a:moveTo>
                    <a:pt x="260" y="1"/>
                  </a:moveTo>
                  <a:cubicBezTo>
                    <a:pt x="223" y="127"/>
                    <a:pt x="127" y="223"/>
                    <a:pt x="0" y="260"/>
                  </a:cubicBezTo>
                  <a:cubicBezTo>
                    <a:pt x="127" y="292"/>
                    <a:pt x="223" y="389"/>
                    <a:pt x="260" y="515"/>
                  </a:cubicBezTo>
                  <a:cubicBezTo>
                    <a:pt x="291" y="389"/>
                    <a:pt x="389" y="292"/>
                    <a:pt x="515" y="260"/>
                  </a:cubicBezTo>
                  <a:cubicBezTo>
                    <a:pt x="389" y="223"/>
                    <a:pt x="291" y="127"/>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2" name="Google Shape;1232;p139"/>
          <p:cNvSpPr txBox="1"/>
          <p:nvPr/>
        </p:nvSpPr>
        <p:spPr>
          <a:xfrm>
            <a:off x="713225" y="2365361"/>
            <a:ext cx="3914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Lato"/>
                <a:ea typeface="Lato"/>
                <a:cs typeface="Lato"/>
                <a:sym typeface="Lato"/>
              </a:rPr>
              <a:t>Based on Demographics, Income, Weight, Occupation, and Sleep</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4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This Topic?</a:t>
            </a:r>
            <a:endParaRPr/>
          </a:p>
        </p:txBody>
      </p:sp>
      <p:grpSp>
        <p:nvGrpSpPr>
          <p:cNvPr id="1238" name="Google Shape;1238;p140"/>
          <p:cNvGrpSpPr/>
          <p:nvPr/>
        </p:nvGrpSpPr>
        <p:grpSpPr>
          <a:xfrm>
            <a:off x="5310058" y="1363026"/>
            <a:ext cx="4087143" cy="4190923"/>
            <a:chOff x="5310058" y="1363026"/>
            <a:chExt cx="4087143" cy="4190923"/>
          </a:xfrm>
        </p:grpSpPr>
        <p:grpSp>
          <p:nvGrpSpPr>
            <p:cNvPr id="1239" name="Google Shape;1239;p140"/>
            <p:cNvGrpSpPr/>
            <p:nvPr/>
          </p:nvGrpSpPr>
          <p:grpSpPr>
            <a:xfrm>
              <a:off x="5310058" y="1363026"/>
              <a:ext cx="2830397" cy="2984453"/>
              <a:chOff x="5191983" y="1515426"/>
              <a:chExt cx="2830397" cy="2984453"/>
            </a:xfrm>
          </p:grpSpPr>
          <p:sp>
            <p:nvSpPr>
              <p:cNvPr id="1240" name="Google Shape;1240;p140"/>
              <p:cNvSpPr/>
              <p:nvPr/>
            </p:nvSpPr>
            <p:spPr>
              <a:xfrm>
                <a:off x="5426801" y="1818677"/>
                <a:ext cx="256494" cy="255807"/>
              </a:xfrm>
              <a:custGeom>
                <a:rect b="b" l="l" r="r" t="t"/>
                <a:pathLst>
                  <a:path extrusionOk="0" h="1131" w="1134">
                    <a:moveTo>
                      <a:pt x="566" y="1"/>
                    </a:moveTo>
                    <a:cubicBezTo>
                      <a:pt x="490" y="275"/>
                      <a:pt x="277" y="490"/>
                      <a:pt x="0" y="566"/>
                    </a:cubicBezTo>
                    <a:cubicBezTo>
                      <a:pt x="277" y="642"/>
                      <a:pt x="490" y="857"/>
                      <a:pt x="566" y="1130"/>
                    </a:cubicBezTo>
                    <a:cubicBezTo>
                      <a:pt x="641" y="857"/>
                      <a:pt x="857" y="642"/>
                      <a:pt x="1134" y="566"/>
                    </a:cubicBezTo>
                    <a:cubicBezTo>
                      <a:pt x="857" y="490"/>
                      <a:pt x="641" y="275"/>
                      <a:pt x="5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40"/>
              <p:cNvSpPr/>
              <p:nvPr/>
            </p:nvSpPr>
            <p:spPr>
              <a:xfrm>
                <a:off x="5191983" y="2433337"/>
                <a:ext cx="116711" cy="116708"/>
              </a:xfrm>
              <a:custGeom>
                <a:rect b="b" l="l" r="r" t="t"/>
                <a:pathLst>
                  <a:path extrusionOk="0" h="516" w="516">
                    <a:moveTo>
                      <a:pt x="260" y="1"/>
                    </a:moveTo>
                    <a:cubicBezTo>
                      <a:pt x="223" y="127"/>
                      <a:pt x="127" y="223"/>
                      <a:pt x="0" y="260"/>
                    </a:cubicBezTo>
                    <a:cubicBezTo>
                      <a:pt x="127" y="292"/>
                      <a:pt x="223" y="389"/>
                      <a:pt x="260" y="515"/>
                    </a:cubicBezTo>
                    <a:cubicBezTo>
                      <a:pt x="291" y="389"/>
                      <a:pt x="389" y="292"/>
                      <a:pt x="515" y="260"/>
                    </a:cubicBezTo>
                    <a:cubicBezTo>
                      <a:pt x="389" y="223"/>
                      <a:pt x="291" y="127"/>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2" name="Google Shape;1242;p140"/>
              <p:cNvGrpSpPr/>
              <p:nvPr/>
            </p:nvGrpSpPr>
            <p:grpSpPr>
              <a:xfrm flipH="1">
                <a:off x="5567429" y="1515426"/>
                <a:ext cx="2454951" cy="2984453"/>
                <a:chOff x="5440425" y="1595400"/>
                <a:chExt cx="2260961" cy="2748622"/>
              </a:xfrm>
            </p:grpSpPr>
            <p:sp>
              <p:nvSpPr>
                <p:cNvPr id="1243" name="Google Shape;1243;p140"/>
                <p:cNvSpPr/>
                <p:nvPr/>
              </p:nvSpPr>
              <p:spPr>
                <a:xfrm>
                  <a:off x="5440425" y="1595400"/>
                  <a:ext cx="2260961" cy="2748622"/>
                </a:xfrm>
                <a:custGeom>
                  <a:rect b="b" l="l" r="r" t="t"/>
                  <a:pathLst>
                    <a:path extrusionOk="0" fill="none" h="22303" w="18346">
                      <a:moveTo>
                        <a:pt x="2591" y="22267"/>
                      </a:moveTo>
                      <a:cubicBezTo>
                        <a:pt x="2639" y="22065"/>
                        <a:pt x="2685" y="21868"/>
                        <a:pt x="2735" y="21670"/>
                      </a:cubicBezTo>
                      <a:cubicBezTo>
                        <a:pt x="3066" y="20307"/>
                        <a:pt x="3437" y="18953"/>
                        <a:pt x="3714" y="17579"/>
                      </a:cubicBezTo>
                      <a:cubicBezTo>
                        <a:pt x="3916" y="16586"/>
                        <a:pt x="3610" y="15672"/>
                        <a:pt x="2998" y="14863"/>
                      </a:cubicBezTo>
                      <a:cubicBezTo>
                        <a:pt x="1879" y="13384"/>
                        <a:pt x="825" y="11988"/>
                        <a:pt x="401" y="10139"/>
                      </a:cubicBezTo>
                      <a:cubicBezTo>
                        <a:pt x="1" y="8405"/>
                        <a:pt x="160" y="6535"/>
                        <a:pt x="901" y="4912"/>
                      </a:cubicBezTo>
                      <a:cubicBezTo>
                        <a:pt x="2160" y="2149"/>
                        <a:pt x="4905" y="429"/>
                        <a:pt x="7880" y="137"/>
                      </a:cubicBezTo>
                      <a:cubicBezTo>
                        <a:pt x="9287" y="1"/>
                        <a:pt x="10654" y="62"/>
                        <a:pt x="12007" y="512"/>
                      </a:cubicBezTo>
                      <a:cubicBezTo>
                        <a:pt x="13734" y="1087"/>
                        <a:pt x="15267" y="2595"/>
                        <a:pt x="16001" y="4246"/>
                      </a:cubicBezTo>
                      <a:cubicBezTo>
                        <a:pt x="16335" y="5002"/>
                        <a:pt x="16522" y="5814"/>
                        <a:pt x="16562" y="6639"/>
                      </a:cubicBezTo>
                      <a:cubicBezTo>
                        <a:pt x="16579" y="7028"/>
                        <a:pt x="16605" y="7488"/>
                        <a:pt x="16497" y="7869"/>
                      </a:cubicBezTo>
                      <a:cubicBezTo>
                        <a:pt x="16385" y="8265"/>
                        <a:pt x="16260" y="8567"/>
                        <a:pt x="16439" y="8981"/>
                      </a:cubicBezTo>
                      <a:cubicBezTo>
                        <a:pt x="16468" y="9049"/>
                        <a:pt x="16500" y="9114"/>
                        <a:pt x="16540" y="9175"/>
                      </a:cubicBezTo>
                      <a:cubicBezTo>
                        <a:pt x="16896" y="9765"/>
                        <a:pt x="17281" y="10337"/>
                        <a:pt x="17651" y="10917"/>
                      </a:cubicBezTo>
                      <a:cubicBezTo>
                        <a:pt x="17809" y="11161"/>
                        <a:pt x="17979" y="11398"/>
                        <a:pt x="18116" y="11654"/>
                      </a:cubicBezTo>
                      <a:cubicBezTo>
                        <a:pt x="18346" y="12093"/>
                        <a:pt x="18267" y="12301"/>
                        <a:pt x="17817" y="12542"/>
                      </a:cubicBezTo>
                      <a:cubicBezTo>
                        <a:pt x="17512" y="12705"/>
                        <a:pt x="17072" y="12805"/>
                        <a:pt x="16943" y="13060"/>
                      </a:cubicBezTo>
                      <a:cubicBezTo>
                        <a:pt x="16867" y="13218"/>
                        <a:pt x="16986" y="13434"/>
                        <a:pt x="17047" y="13579"/>
                      </a:cubicBezTo>
                      <a:cubicBezTo>
                        <a:pt x="17130" y="13784"/>
                        <a:pt x="17216" y="14000"/>
                        <a:pt x="17198" y="14226"/>
                      </a:cubicBezTo>
                      <a:cubicBezTo>
                        <a:pt x="17191" y="14331"/>
                        <a:pt x="17152" y="14435"/>
                        <a:pt x="17072" y="14500"/>
                      </a:cubicBezTo>
                      <a:cubicBezTo>
                        <a:pt x="17044" y="14521"/>
                        <a:pt x="17011" y="14540"/>
                        <a:pt x="16986" y="14565"/>
                      </a:cubicBezTo>
                      <a:cubicBezTo>
                        <a:pt x="16961" y="14590"/>
                        <a:pt x="16939" y="14622"/>
                        <a:pt x="16939" y="14658"/>
                      </a:cubicBezTo>
                      <a:cubicBezTo>
                        <a:pt x="16946" y="14812"/>
                        <a:pt x="17115" y="14837"/>
                        <a:pt x="17072" y="15021"/>
                      </a:cubicBezTo>
                      <a:cubicBezTo>
                        <a:pt x="17037" y="15187"/>
                        <a:pt x="16907" y="15324"/>
                        <a:pt x="16785" y="15431"/>
                      </a:cubicBezTo>
                      <a:cubicBezTo>
                        <a:pt x="16349" y="15813"/>
                        <a:pt x="16648" y="16619"/>
                        <a:pt x="16608" y="17094"/>
                      </a:cubicBezTo>
                      <a:cubicBezTo>
                        <a:pt x="16576" y="17424"/>
                        <a:pt x="16443" y="17763"/>
                        <a:pt x="16180" y="17967"/>
                      </a:cubicBezTo>
                      <a:cubicBezTo>
                        <a:pt x="15637" y="18389"/>
                        <a:pt x="14774" y="18169"/>
                        <a:pt x="14158" y="18072"/>
                      </a:cubicBezTo>
                      <a:cubicBezTo>
                        <a:pt x="13183" y="17921"/>
                        <a:pt x="11916" y="18011"/>
                        <a:pt x="11805" y="19249"/>
                      </a:cubicBezTo>
                      <a:cubicBezTo>
                        <a:pt x="11712" y="20277"/>
                        <a:pt x="11834" y="21325"/>
                        <a:pt x="12162" y="22303"/>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40"/>
                <p:cNvSpPr/>
                <p:nvPr/>
              </p:nvSpPr>
              <p:spPr>
                <a:xfrm>
                  <a:off x="6561411" y="1774590"/>
                  <a:ext cx="123" cy="310072"/>
                </a:xfrm>
                <a:custGeom>
                  <a:rect b="b" l="l" r="r" t="t"/>
                  <a:pathLst>
                    <a:path extrusionOk="0" fill="none" h="2516" w="1">
                      <a:moveTo>
                        <a:pt x="0" y="0"/>
                      </a:moveTo>
                      <a:lnTo>
                        <a:pt x="0" y="2515"/>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40"/>
                <p:cNvSpPr/>
                <p:nvPr/>
              </p:nvSpPr>
              <p:spPr>
                <a:xfrm>
                  <a:off x="5768612" y="2567263"/>
                  <a:ext cx="313153" cy="123"/>
                </a:xfrm>
                <a:custGeom>
                  <a:rect b="b" l="l" r="r" t="t"/>
                  <a:pathLst>
                    <a:path extrusionOk="0" fill="none" h="1" w="2541">
                      <a:moveTo>
                        <a:pt x="2540" y="1"/>
                      </a:moveTo>
                      <a:lnTo>
                        <a:pt x="1"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40"/>
                <p:cNvSpPr/>
                <p:nvPr/>
              </p:nvSpPr>
              <p:spPr>
                <a:xfrm>
                  <a:off x="6247520" y="2255591"/>
                  <a:ext cx="314016" cy="311797"/>
                </a:xfrm>
                <a:custGeom>
                  <a:rect b="b" l="l" r="r" t="t"/>
                  <a:pathLst>
                    <a:path extrusionOk="0" fill="none" h="2530" w="2548">
                      <a:moveTo>
                        <a:pt x="2547" y="1"/>
                      </a:moveTo>
                      <a:lnTo>
                        <a:pt x="2547" y="2530"/>
                      </a:lnTo>
                      <a:lnTo>
                        <a:pt x="0" y="253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40"/>
                <p:cNvSpPr/>
                <p:nvPr/>
              </p:nvSpPr>
              <p:spPr>
                <a:xfrm>
                  <a:off x="6561411" y="2035733"/>
                  <a:ext cx="240441" cy="270142"/>
                </a:xfrm>
                <a:custGeom>
                  <a:rect b="b" l="l" r="r" t="t"/>
                  <a:pathLst>
                    <a:path extrusionOk="0" fill="none" h="2192" w="1951">
                      <a:moveTo>
                        <a:pt x="4" y="407"/>
                      </a:moveTo>
                      <a:cubicBezTo>
                        <a:pt x="205" y="159"/>
                        <a:pt x="511" y="1"/>
                        <a:pt x="853" y="1"/>
                      </a:cubicBezTo>
                      <a:cubicBezTo>
                        <a:pt x="1461" y="1"/>
                        <a:pt x="1950" y="493"/>
                        <a:pt x="1950" y="1097"/>
                      </a:cubicBezTo>
                      <a:cubicBezTo>
                        <a:pt x="1950" y="1702"/>
                        <a:pt x="1461" y="2191"/>
                        <a:pt x="853" y="2191"/>
                      </a:cubicBezTo>
                      <a:cubicBezTo>
                        <a:pt x="507" y="2191"/>
                        <a:pt x="202" y="2033"/>
                        <a:pt x="0" y="178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40"/>
                <p:cNvSpPr/>
                <p:nvPr/>
              </p:nvSpPr>
              <p:spPr>
                <a:xfrm>
                  <a:off x="6030249" y="2325222"/>
                  <a:ext cx="269649" cy="242167"/>
                </a:xfrm>
                <a:custGeom>
                  <a:rect b="b" l="l" r="r" t="t"/>
                  <a:pathLst>
                    <a:path extrusionOk="0" fill="none" h="1965" w="2188">
                      <a:moveTo>
                        <a:pt x="417" y="1965"/>
                      </a:moveTo>
                      <a:cubicBezTo>
                        <a:pt x="141" y="1742"/>
                        <a:pt x="0" y="1436"/>
                        <a:pt x="0" y="1098"/>
                      </a:cubicBezTo>
                      <a:cubicBezTo>
                        <a:pt x="0" y="493"/>
                        <a:pt x="490" y="0"/>
                        <a:pt x="1094" y="0"/>
                      </a:cubicBezTo>
                      <a:cubicBezTo>
                        <a:pt x="1699" y="0"/>
                        <a:pt x="2187" y="493"/>
                        <a:pt x="2187" y="1098"/>
                      </a:cubicBezTo>
                      <a:cubicBezTo>
                        <a:pt x="2187" y="1451"/>
                        <a:pt x="2022" y="1764"/>
                        <a:pt x="1763" y="196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40"/>
                <p:cNvSpPr/>
                <p:nvPr/>
              </p:nvSpPr>
              <p:spPr>
                <a:xfrm>
                  <a:off x="7044139" y="2566400"/>
                  <a:ext cx="310195" cy="123"/>
                </a:xfrm>
                <a:custGeom>
                  <a:rect b="b" l="l" r="r" t="t"/>
                  <a:pathLst>
                    <a:path extrusionOk="0" fill="none" h="1" w="2517">
                      <a:moveTo>
                        <a:pt x="2516" y="1"/>
                      </a:moveTo>
                      <a:lnTo>
                        <a:pt x="1"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40"/>
                <p:cNvSpPr/>
                <p:nvPr/>
              </p:nvSpPr>
              <p:spPr>
                <a:xfrm>
                  <a:off x="6561411" y="2566400"/>
                  <a:ext cx="312167" cy="123"/>
                </a:xfrm>
                <a:custGeom>
                  <a:rect b="b" l="l" r="r" t="t"/>
                  <a:pathLst>
                    <a:path extrusionOk="0" fill="none" h="1" w="2533">
                      <a:moveTo>
                        <a:pt x="2533" y="1"/>
                      </a:moveTo>
                      <a:lnTo>
                        <a:pt x="0"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40"/>
                <p:cNvSpPr/>
                <p:nvPr/>
              </p:nvSpPr>
              <p:spPr>
                <a:xfrm>
                  <a:off x="6822925" y="2566400"/>
                  <a:ext cx="270265" cy="240441"/>
                </a:xfrm>
                <a:custGeom>
                  <a:rect b="b" l="l" r="r" t="t"/>
                  <a:pathLst>
                    <a:path extrusionOk="0" fill="none" h="1951" w="2193">
                      <a:moveTo>
                        <a:pt x="1786" y="4"/>
                      </a:moveTo>
                      <a:cubicBezTo>
                        <a:pt x="2033" y="206"/>
                        <a:pt x="2192" y="512"/>
                        <a:pt x="2192" y="857"/>
                      </a:cubicBezTo>
                      <a:cubicBezTo>
                        <a:pt x="2192" y="1462"/>
                        <a:pt x="1699" y="1950"/>
                        <a:pt x="1095" y="1950"/>
                      </a:cubicBezTo>
                      <a:cubicBezTo>
                        <a:pt x="490" y="1950"/>
                        <a:pt x="1" y="1462"/>
                        <a:pt x="1" y="857"/>
                      </a:cubicBezTo>
                      <a:cubicBezTo>
                        <a:pt x="1" y="512"/>
                        <a:pt x="159" y="202"/>
                        <a:pt x="411"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40"/>
                <p:cNvSpPr/>
                <p:nvPr/>
              </p:nvSpPr>
              <p:spPr>
                <a:xfrm>
                  <a:off x="6561411" y="3049744"/>
                  <a:ext cx="123" cy="309949"/>
                </a:xfrm>
                <a:custGeom>
                  <a:rect b="b" l="l" r="r" t="t"/>
                  <a:pathLst>
                    <a:path extrusionOk="0" fill="none" h="2515" w="1">
                      <a:moveTo>
                        <a:pt x="0" y="2515"/>
                      </a:moveTo>
                      <a:lnTo>
                        <a:pt x="0"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40"/>
                <p:cNvSpPr/>
                <p:nvPr/>
              </p:nvSpPr>
              <p:spPr>
                <a:xfrm>
                  <a:off x="6561411" y="2566400"/>
                  <a:ext cx="123" cy="312290"/>
                </a:xfrm>
                <a:custGeom>
                  <a:rect b="b" l="l" r="r" t="t"/>
                  <a:pathLst>
                    <a:path extrusionOk="0" fill="none" h="2534" w="1">
                      <a:moveTo>
                        <a:pt x="0" y="2533"/>
                      </a:moveTo>
                      <a:lnTo>
                        <a:pt x="0"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40"/>
                <p:cNvSpPr/>
                <p:nvPr/>
              </p:nvSpPr>
              <p:spPr>
                <a:xfrm>
                  <a:off x="6320971" y="2828037"/>
                  <a:ext cx="240564" cy="270142"/>
                </a:xfrm>
                <a:custGeom>
                  <a:rect b="b" l="l" r="r" t="t"/>
                  <a:pathLst>
                    <a:path extrusionOk="0" fill="none" h="2192" w="1952">
                      <a:moveTo>
                        <a:pt x="1948" y="1785"/>
                      </a:moveTo>
                      <a:cubicBezTo>
                        <a:pt x="1746" y="2034"/>
                        <a:pt x="1440" y="2192"/>
                        <a:pt x="1098" y="2192"/>
                      </a:cubicBezTo>
                      <a:cubicBezTo>
                        <a:pt x="494" y="2192"/>
                        <a:pt x="1" y="1702"/>
                        <a:pt x="1" y="1098"/>
                      </a:cubicBezTo>
                      <a:cubicBezTo>
                        <a:pt x="1" y="490"/>
                        <a:pt x="494" y="0"/>
                        <a:pt x="1098" y="0"/>
                      </a:cubicBezTo>
                      <a:cubicBezTo>
                        <a:pt x="1444" y="0"/>
                        <a:pt x="1749" y="159"/>
                        <a:pt x="1951" y="41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55" name="Google Shape;1255;p140"/>
            <p:cNvGrpSpPr/>
            <p:nvPr/>
          </p:nvGrpSpPr>
          <p:grpSpPr>
            <a:xfrm flipH="1" rot="-2237517">
              <a:off x="7703564" y="3963771"/>
              <a:ext cx="1454404" cy="1280473"/>
              <a:chOff x="5917100" y="2092158"/>
              <a:chExt cx="1102175" cy="970367"/>
            </a:xfrm>
          </p:grpSpPr>
          <p:sp>
            <p:nvSpPr>
              <p:cNvPr id="1256" name="Google Shape;1256;p140"/>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40"/>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40"/>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40"/>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40"/>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40"/>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62" name="Google Shape;1262;p140"/>
          <p:cNvSpPr/>
          <p:nvPr/>
        </p:nvSpPr>
        <p:spPr>
          <a:xfrm rot="-7158170">
            <a:off x="-2704277" y="-1515321"/>
            <a:ext cx="3922594" cy="336869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40"/>
          <p:cNvSpPr txBox="1"/>
          <p:nvPr>
            <p:ph idx="1" type="body"/>
          </p:nvPr>
        </p:nvSpPr>
        <p:spPr>
          <a:xfrm>
            <a:off x="603375" y="1203525"/>
            <a:ext cx="4121700" cy="16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Background:</a:t>
            </a:r>
            <a:endParaRPr b="1"/>
          </a:p>
          <a:p>
            <a:pPr indent="0" lvl="0" marL="0" rtl="0" algn="l">
              <a:spcBef>
                <a:spcPts val="0"/>
              </a:spcBef>
              <a:spcAft>
                <a:spcPts val="0"/>
              </a:spcAft>
              <a:buNone/>
            </a:pPr>
            <a:r>
              <a:rPr lang="en"/>
              <a:t>From Aug, 2021 - Aug, 2023, the CDC reported that 13.1% of U.S. adolescents and adults over the age of 12 struggle with depression, the highest prevalence was among teenagers and adolescents.</a:t>
            </a:r>
            <a:endParaRPr/>
          </a:p>
        </p:txBody>
      </p:sp>
      <p:sp>
        <p:nvSpPr>
          <p:cNvPr id="1264" name="Google Shape;1264;p140"/>
          <p:cNvSpPr txBox="1"/>
          <p:nvPr>
            <p:ph idx="1" type="body"/>
          </p:nvPr>
        </p:nvSpPr>
        <p:spPr>
          <a:xfrm>
            <a:off x="1240750" y="3000425"/>
            <a:ext cx="4208100" cy="191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wanted to determine if and how </a:t>
            </a:r>
            <a:r>
              <a:rPr b="1" lang="en"/>
              <a:t>factors</a:t>
            </a:r>
            <a:r>
              <a:rPr lang="en"/>
              <a:t> such as:</a:t>
            </a:r>
            <a:br>
              <a:rPr lang="en"/>
            </a:br>
            <a:r>
              <a:rPr lang="en"/>
              <a:t>• income</a:t>
            </a:r>
            <a:endParaRPr/>
          </a:p>
          <a:p>
            <a:pPr indent="0" lvl="0" marL="0" rtl="0" algn="l">
              <a:spcBef>
                <a:spcPts val="0"/>
              </a:spcBef>
              <a:spcAft>
                <a:spcPts val="0"/>
              </a:spcAft>
              <a:buNone/>
            </a:pPr>
            <a:r>
              <a:rPr lang="en"/>
              <a:t>• sleep</a:t>
            </a:r>
            <a:endParaRPr/>
          </a:p>
          <a:p>
            <a:pPr indent="0" lvl="0" marL="0" rtl="0" algn="l">
              <a:spcBef>
                <a:spcPts val="0"/>
              </a:spcBef>
              <a:spcAft>
                <a:spcPts val="0"/>
              </a:spcAft>
              <a:buNone/>
            </a:pPr>
            <a:r>
              <a:rPr lang="en"/>
              <a:t>• demographics</a:t>
            </a:r>
            <a:endParaRPr/>
          </a:p>
          <a:p>
            <a:pPr indent="0" lvl="0" marL="0" rtl="0" algn="l">
              <a:spcBef>
                <a:spcPts val="0"/>
              </a:spcBef>
              <a:spcAft>
                <a:spcPts val="0"/>
              </a:spcAft>
              <a:buNone/>
            </a:pPr>
            <a:r>
              <a:rPr lang="en"/>
              <a:t>• occupation</a:t>
            </a:r>
            <a:endParaRPr/>
          </a:p>
          <a:p>
            <a:pPr indent="0" lvl="0" marL="0" rtl="0" algn="l">
              <a:spcBef>
                <a:spcPts val="0"/>
              </a:spcBef>
              <a:spcAft>
                <a:spcPts val="0"/>
              </a:spcAft>
              <a:buNone/>
            </a:pPr>
            <a:r>
              <a:rPr lang="en"/>
              <a:t>correlate to depression diagnoses.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41"/>
          <p:cNvSpPr txBox="1"/>
          <p:nvPr>
            <p:ph type="title"/>
          </p:nvPr>
        </p:nvSpPr>
        <p:spPr>
          <a:xfrm>
            <a:off x="2135550" y="1595175"/>
            <a:ext cx="4872900" cy="116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Research Question</a:t>
            </a:r>
            <a:endParaRPr/>
          </a:p>
        </p:txBody>
      </p:sp>
      <p:sp>
        <p:nvSpPr>
          <p:cNvPr id="1270" name="Google Shape;1270;p141"/>
          <p:cNvSpPr txBox="1"/>
          <p:nvPr>
            <p:ph idx="1" type="subTitle"/>
          </p:nvPr>
        </p:nvSpPr>
        <p:spPr>
          <a:xfrm>
            <a:off x="2135550" y="2756632"/>
            <a:ext cx="4872900" cy="130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impact, if any, do different demographics, sleep behaviors, incomes, weights, and occupations have on predicting depression score?</a:t>
            </a:r>
            <a:endParaRPr/>
          </a:p>
        </p:txBody>
      </p:sp>
      <p:grpSp>
        <p:nvGrpSpPr>
          <p:cNvPr id="1271" name="Google Shape;1271;p141"/>
          <p:cNvGrpSpPr/>
          <p:nvPr/>
        </p:nvGrpSpPr>
        <p:grpSpPr>
          <a:xfrm>
            <a:off x="1" y="3079550"/>
            <a:ext cx="2760336" cy="2063960"/>
            <a:chOff x="1" y="3079550"/>
            <a:chExt cx="2760336" cy="2063960"/>
          </a:xfrm>
        </p:grpSpPr>
        <p:sp>
          <p:nvSpPr>
            <p:cNvPr id="1272" name="Google Shape;1272;p141"/>
            <p:cNvSpPr/>
            <p:nvPr/>
          </p:nvSpPr>
          <p:spPr>
            <a:xfrm flipH="1" rot="10800000">
              <a:off x="1" y="3285497"/>
              <a:ext cx="2760336" cy="1858013"/>
            </a:xfrm>
            <a:custGeom>
              <a:rect b="b" l="l" r="r" t="t"/>
              <a:pathLst>
                <a:path extrusionOk="0" h="15458" w="22965">
                  <a:moveTo>
                    <a:pt x="0" y="0"/>
                  </a:moveTo>
                  <a:lnTo>
                    <a:pt x="0" y="14891"/>
                  </a:lnTo>
                  <a:cubicBezTo>
                    <a:pt x="730" y="15289"/>
                    <a:pt x="1526" y="15457"/>
                    <a:pt x="2335" y="15457"/>
                  </a:cubicBezTo>
                  <a:cubicBezTo>
                    <a:pt x="3856" y="15457"/>
                    <a:pt x="5422" y="14863"/>
                    <a:pt x="6674" y="14088"/>
                  </a:cubicBezTo>
                  <a:cubicBezTo>
                    <a:pt x="7692" y="13462"/>
                    <a:pt x="8592" y="12656"/>
                    <a:pt x="9243" y="11645"/>
                  </a:cubicBezTo>
                  <a:cubicBezTo>
                    <a:pt x="9887" y="10639"/>
                    <a:pt x="10300" y="9516"/>
                    <a:pt x="10689" y="8389"/>
                  </a:cubicBezTo>
                  <a:cubicBezTo>
                    <a:pt x="11494" y="6066"/>
                    <a:pt x="12351" y="3497"/>
                    <a:pt x="14599" y="2166"/>
                  </a:cubicBezTo>
                  <a:cubicBezTo>
                    <a:pt x="15750" y="1486"/>
                    <a:pt x="17078" y="1374"/>
                    <a:pt x="18380" y="1302"/>
                  </a:cubicBezTo>
                  <a:cubicBezTo>
                    <a:pt x="19626" y="1230"/>
                    <a:pt x="20949" y="1194"/>
                    <a:pt x="22083" y="611"/>
                  </a:cubicBezTo>
                  <a:cubicBezTo>
                    <a:pt x="22407" y="446"/>
                    <a:pt x="22701" y="241"/>
                    <a:pt x="229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41"/>
            <p:cNvSpPr/>
            <p:nvPr/>
          </p:nvSpPr>
          <p:spPr>
            <a:xfrm>
              <a:off x="210300" y="3079550"/>
              <a:ext cx="395700" cy="39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4" name="Google Shape;1274;p141"/>
          <p:cNvGrpSpPr/>
          <p:nvPr/>
        </p:nvGrpSpPr>
        <p:grpSpPr>
          <a:xfrm>
            <a:off x="-5" y="-2480476"/>
            <a:ext cx="5083998" cy="4736409"/>
            <a:chOff x="-5" y="-2480476"/>
            <a:chExt cx="5083998" cy="4736409"/>
          </a:xfrm>
        </p:grpSpPr>
        <p:sp>
          <p:nvSpPr>
            <p:cNvPr id="1275" name="Google Shape;1275;p141"/>
            <p:cNvSpPr/>
            <p:nvPr/>
          </p:nvSpPr>
          <p:spPr>
            <a:xfrm>
              <a:off x="-5" y="2"/>
              <a:ext cx="1818296" cy="2255930"/>
            </a:xfrm>
            <a:custGeom>
              <a:rect b="b" l="l" r="r" t="t"/>
              <a:pathLst>
                <a:path extrusionOk="0" h="25735" w="20742">
                  <a:moveTo>
                    <a:pt x="0" y="1"/>
                  </a:moveTo>
                  <a:lnTo>
                    <a:pt x="0" y="25735"/>
                  </a:lnTo>
                  <a:cubicBezTo>
                    <a:pt x="1403" y="25595"/>
                    <a:pt x="2789" y="25253"/>
                    <a:pt x="4116" y="24760"/>
                  </a:cubicBezTo>
                  <a:cubicBezTo>
                    <a:pt x="6092" y="24026"/>
                    <a:pt x="7952" y="22940"/>
                    <a:pt x="9560" y="21576"/>
                  </a:cubicBezTo>
                  <a:cubicBezTo>
                    <a:pt x="11067" y="20295"/>
                    <a:pt x="12377" y="18762"/>
                    <a:pt x="13297" y="17007"/>
                  </a:cubicBezTo>
                  <a:cubicBezTo>
                    <a:pt x="13712" y="16222"/>
                    <a:pt x="14082" y="15337"/>
                    <a:pt x="14139" y="14463"/>
                  </a:cubicBezTo>
                  <a:cubicBezTo>
                    <a:pt x="14197" y="13653"/>
                    <a:pt x="13956" y="12888"/>
                    <a:pt x="13229" y="12434"/>
                  </a:cubicBezTo>
                  <a:cubicBezTo>
                    <a:pt x="12510" y="11984"/>
                    <a:pt x="11546" y="11952"/>
                    <a:pt x="10711" y="11815"/>
                  </a:cubicBezTo>
                  <a:cubicBezTo>
                    <a:pt x="9042" y="11549"/>
                    <a:pt x="7110" y="10186"/>
                    <a:pt x="10851" y="8937"/>
                  </a:cubicBezTo>
                  <a:cubicBezTo>
                    <a:pt x="11208" y="8818"/>
                    <a:pt x="11578" y="8736"/>
                    <a:pt x="11927" y="8588"/>
                  </a:cubicBezTo>
                  <a:cubicBezTo>
                    <a:pt x="12374" y="8401"/>
                    <a:pt x="12819" y="8214"/>
                    <a:pt x="13262" y="8019"/>
                  </a:cubicBezTo>
                  <a:cubicBezTo>
                    <a:pt x="14924" y="7297"/>
                    <a:pt x="16575" y="6440"/>
                    <a:pt x="17907" y="5228"/>
                  </a:cubicBezTo>
                  <a:cubicBezTo>
                    <a:pt x="18893" y="4325"/>
                    <a:pt x="19716" y="3224"/>
                    <a:pt x="20234" y="2005"/>
                  </a:cubicBezTo>
                  <a:cubicBezTo>
                    <a:pt x="20349" y="1727"/>
                    <a:pt x="20461" y="1407"/>
                    <a:pt x="20547" y="1101"/>
                  </a:cubicBezTo>
                  <a:cubicBezTo>
                    <a:pt x="20623" y="817"/>
                    <a:pt x="20695" y="469"/>
                    <a:pt x="20723" y="223"/>
                  </a:cubicBezTo>
                  <a:cubicBezTo>
                    <a:pt x="20731" y="148"/>
                    <a:pt x="20738" y="76"/>
                    <a:pt x="20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41"/>
            <p:cNvSpPr/>
            <p:nvPr/>
          </p:nvSpPr>
          <p:spPr>
            <a:xfrm rot="-1541864">
              <a:off x="625046" y="-1796609"/>
              <a:ext cx="3922564" cy="3368667"/>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7" name="Google Shape;1277;p141"/>
          <p:cNvGrpSpPr/>
          <p:nvPr/>
        </p:nvGrpSpPr>
        <p:grpSpPr>
          <a:xfrm>
            <a:off x="7847177" y="539500"/>
            <a:ext cx="1438515" cy="4655401"/>
            <a:chOff x="7847177" y="539500"/>
            <a:chExt cx="1438515" cy="4655401"/>
          </a:xfrm>
        </p:grpSpPr>
        <p:sp>
          <p:nvSpPr>
            <p:cNvPr id="1278" name="Google Shape;1278;p141"/>
            <p:cNvSpPr/>
            <p:nvPr/>
          </p:nvSpPr>
          <p:spPr>
            <a:xfrm>
              <a:off x="7847177" y="539500"/>
              <a:ext cx="1296834" cy="2823330"/>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9" name="Google Shape;1279;p141"/>
            <p:cNvGrpSpPr/>
            <p:nvPr/>
          </p:nvGrpSpPr>
          <p:grpSpPr>
            <a:xfrm rot="-5400000">
              <a:off x="7918228" y="3827437"/>
              <a:ext cx="1454430" cy="1280497"/>
              <a:chOff x="5917100" y="2092158"/>
              <a:chExt cx="1102175" cy="970367"/>
            </a:xfrm>
          </p:grpSpPr>
          <p:sp>
            <p:nvSpPr>
              <p:cNvPr id="1280" name="Google Shape;1280;p141"/>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41"/>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41"/>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41"/>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41"/>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41"/>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42"/>
          <p:cNvSpPr txBox="1"/>
          <p:nvPr>
            <p:ph type="title"/>
          </p:nvPr>
        </p:nvSpPr>
        <p:spPr>
          <a:xfrm>
            <a:off x="3549450" y="465925"/>
            <a:ext cx="4379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Data Source - CDC NHANES</a:t>
            </a:r>
            <a:endParaRPr/>
          </a:p>
        </p:txBody>
      </p:sp>
      <p:grpSp>
        <p:nvGrpSpPr>
          <p:cNvPr id="1291" name="Google Shape;1291;p142"/>
          <p:cNvGrpSpPr/>
          <p:nvPr/>
        </p:nvGrpSpPr>
        <p:grpSpPr>
          <a:xfrm>
            <a:off x="1" y="-253752"/>
            <a:ext cx="3549446" cy="5397268"/>
            <a:chOff x="1" y="-253752"/>
            <a:chExt cx="3549446" cy="5397268"/>
          </a:xfrm>
        </p:grpSpPr>
        <p:grpSp>
          <p:nvGrpSpPr>
            <p:cNvPr id="1292" name="Google Shape;1292;p142"/>
            <p:cNvGrpSpPr/>
            <p:nvPr/>
          </p:nvGrpSpPr>
          <p:grpSpPr>
            <a:xfrm>
              <a:off x="1" y="692275"/>
              <a:ext cx="2447923" cy="4451242"/>
              <a:chOff x="1" y="692275"/>
              <a:chExt cx="2447923" cy="4451242"/>
            </a:xfrm>
          </p:grpSpPr>
          <p:sp>
            <p:nvSpPr>
              <p:cNvPr id="1293" name="Google Shape;1293;p142"/>
              <p:cNvSpPr/>
              <p:nvPr/>
            </p:nvSpPr>
            <p:spPr>
              <a:xfrm rot="5400000">
                <a:off x="-1001658" y="1693934"/>
                <a:ext cx="4451242" cy="2447923"/>
              </a:xfrm>
              <a:custGeom>
                <a:rect b="b" l="l" r="r" t="t"/>
                <a:pathLst>
                  <a:path extrusionOk="0" h="23656" w="24364">
                    <a:moveTo>
                      <a:pt x="23846" y="0"/>
                    </a:moveTo>
                    <a:cubicBezTo>
                      <a:pt x="23787" y="0"/>
                      <a:pt x="23728" y="2"/>
                      <a:pt x="23670" y="5"/>
                    </a:cubicBezTo>
                    <a:cubicBezTo>
                      <a:pt x="23364" y="19"/>
                      <a:pt x="23148" y="51"/>
                      <a:pt x="22831" y="141"/>
                    </a:cubicBezTo>
                    <a:cubicBezTo>
                      <a:pt x="22278" y="303"/>
                      <a:pt x="21781" y="616"/>
                      <a:pt x="21364" y="1055"/>
                    </a:cubicBezTo>
                    <a:cubicBezTo>
                      <a:pt x="20414" y="2051"/>
                      <a:pt x="20040" y="3512"/>
                      <a:pt x="19770" y="4840"/>
                    </a:cubicBezTo>
                    <a:cubicBezTo>
                      <a:pt x="19468" y="6315"/>
                      <a:pt x="19274" y="7815"/>
                      <a:pt x="18856" y="9265"/>
                    </a:cubicBezTo>
                    <a:cubicBezTo>
                      <a:pt x="18464" y="10617"/>
                      <a:pt x="17856" y="11970"/>
                      <a:pt x="16694" y="12830"/>
                    </a:cubicBezTo>
                    <a:cubicBezTo>
                      <a:pt x="15725" y="13544"/>
                      <a:pt x="14577" y="13770"/>
                      <a:pt x="13415" y="13770"/>
                    </a:cubicBezTo>
                    <a:cubicBezTo>
                      <a:pt x="12903" y="13770"/>
                      <a:pt x="12388" y="13726"/>
                      <a:pt x="11884" y="13661"/>
                    </a:cubicBezTo>
                    <a:cubicBezTo>
                      <a:pt x="10723" y="13512"/>
                      <a:pt x="9523" y="13255"/>
                      <a:pt x="8337" y="13255"/>
                    </a:cubicBezTo>
                    <a:cubicBezTo>
                      <a:pt x="7811" y="13255"/>
                      <a:pt x="7288" y="13306"/>
                      <a:pt x="6771" y="13438"/>
                    </a:cubicBezTo>
                    <a:cubicBezTo>
                      <a:pt x="5937" y="13654"/>
                      <a:pt x="5167" y="14104"/>
                      <a:pt x="4473" y="14607"/>
                    </a:cubicBezTo>
                    <a:cubicBezTo>
                      <a:pt x="3829" y="15075"/>
                      <a:pt x="3257" y="15644"/>
                      <a:pt x="2761" y="16266"/>
                    </a:cubicBezTo>
                    <a:cubicBezTo>
                      <a:pt x="1796" y="17485"/>
                      <a:pt x="1170" y="18943"/>
                      <a:pt x="731" y="20425"/>
                    </a:cubicBezTo>
                    <a:cubicBezTo>
                      <a:pt x="415" y="21487"/>
                      <a:pt x="192" y="22569"/>
                      <a:pt x="1" y="23655"/>
                    </a:cubicBezTo>
                    <a:lnTo>
                      <a:pt x="24364" y="23655"/>
                    </a:lnTo>
                    <a:lnTo>
                      <a:pt x="24364" y="30"/>
                    </a:lnTo>
                    <a:cubicBezTo>
                      <a:pt x="24357" y="30"/>
                      <a:pt x="24347" y="26"/>
                      <a:pt x="24332" y="26"/>
                    </a:cubicBezTo>
                    <a:cubicBezTo>
                      <a:pt x="24260" y="19"/>
                      <a:pt x="24191" y="12"/>
                      <a:pt x="24120" y="8"/>
                    </a:cubicBezTo>
                    <a:cubicBezTo>
                      <a:pt x="24028" y="4"/>
                      <a:pt x="23936" y="0"/>
                      <a:pt x="23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42"/>
              <p:cNvSpPr/>
              <p:nvPr/>
            </p:nvSpPr>
            <p:spPr>
              <a:xfrm>
                <a:off x="372225" y="74270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5" name="Google Shape;1295;p142"/>
            <p:cNvGrpSpPr/>
            <p:nvPr/>
          </p:nvGrpSpPr>
          <p:grpSpPr>
            <a:xfrm>
              <a:off x="716166" y="1476667"/>
              <a:ext cx="2833281" cy="2985605"/>
              <a:chOff x="847341" y="1400467"/>
              <a:chExt cx="2833281" cy="2985605"/>
            </a:xfrm>
          </p:grpSpPr>
          <p:grpSp>
            <p:nvGrpSpPr>
              <p:cNvPr id="1296" name="Google Shape;1296;p142"/>
              <p:cNvGrpSpPr/>
              <p:nvPr/>
            </p:nvGrpSpPr>
            <p:grpSpPr>
              <a:xfrm>
                <a:off x="847341" y="1400467"/>
                <a:ext cx="1913107" cy="1913107"/>
                <a:chOff x="786325" y="1167600"/>
                <a:chExt cx="2062205" cy="2062205"/>
              </a:xfrm>
            </p:grpSpPr>
            <p:sp>
              <p:nvSpPr>
                <p:cNvPr id="1297" name="Google Shape;1297;p142"/>
                <p:cNvSpPr/>
                <p:nvPr/>
              </p:nvSpPr>
              <p:spPr>
                <a:xfrm>
                  <a:off x="1335636" y="1715606"/>
                  <a:ext cx="964885" cy="966190"/>
                </a:xfrm>
                <a:custGeom>
                  <a:rect b="b" l="l" r="r" t="t"/>
                  <a:pathLst>
                    <a:path extrusionOk="0" fill="none" h="2962" w="2958">
                      <a:moveTo>
                        <a:pt x="0" y="1482"/>
                      </a:moveTo>
                      <a:cubicBezTo>
                        <a:pt x="0" y="2299"/>
                        <a:pt x="662" y="2961"/>
                        <a:pt x="1478" y="2961"/>
                      </a:cubicBezTo>
                      <a:cubicBezTo>
                        <a:pt x="2295" y="2961"/>
                        <a:pt x="2957" y="2299"/>
                        <a:pt x="2957" y="1482"/>
                      </a:cubicBezTo>
                      <a:cubicBezTo>
                        <a:pt x="2957" y="666"/>
                        <a:pt x="2295" y="1"/>
                        <a:pt x="1478" y="1"/>
                      </a:cubicBezTo>
                      <a:cubicBezTo>
                        <a:pt x="662" y="1"/>
                        <a:pt x="0" y="666"/>
                        <a:pt x="0" y="1482"/>
                      </a:cubicBezTo>
                      <a:close/>
                    </a:path>
                  </a:pathLst>
                </a:custGeom>
                <a:solidFill>
                  <a:schemeClr val="lt1"/>
                </a:solid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42"/>
                <p:cNvSpPr/>
                <p:nvPr/>
              </p:nvSpPr>
              <p:spPr>
                <a:xfrm>
                  <a:off x="786325" y="1167600"/>
                  <a:ext cx="2062205" cy="2062205"/>
                </a:xfrm>
                <a:custGeom>
                  <a:rect b="b" l="l" r="r" t="t"/>
                  <a:pathLst>
                    <a:path extrusionOk="0" fill="none" h="6322" w="6322">
                      <a:moveTo>
                        <a:pt x="6322" y="3861"/>
                      </a:moveTo>
                      <a:lnTo>
                        <a:pt x="6322" y="2461"/>
                      </a:lnTo>
                      <a:lnTo>
                        <a:pt x="5523" y="2461"/>
                      </a:lnTo>
                      <a:cubicBezTo>
                        <a:pt x="5472" y="2295"/>
                        <a:pt x="5407" y="2137"/>
                        <a:pt x="5325" y="1986"/>
                      </a:cubicBezTo>
                      <a:lnTo>
                        <a:pt x="5893" y="1421"/>
                      </a:lnTo>
                      <a:lnTo>
                        <a:pt x="4904" y="432"/>
                      </a:lnTo>
                      <a:lnTo>
                        <a:pt x="4336" y="997"/>
                      </a:lnTo>
                      <a:cubicBezTo>
                        <a:pt x="4188" y="917"/>
                        <a:pt x="4030" y="849"/>
                        <a:pt x="3861" y="802"/>
                      </a:cubicBezTo>
                      <a:lnTo>
                        <a:pt x="3861" y="0"/>
                      </a:lnTo>
                      <a:lnTo>
                        <a:pt x="2465" y="0"/>
                      </a:lnTo>
                      <a:lnTo>
                        <a:pt x="2465" y="802"/>
                      </a:lnTo>
                      <a:cubicBezTo>
                        <a:pt x="2295" y="849"/>
                        <a:pt x="2137" y="917"/>
                        <a:pt x="1986" y="997"/>
                      </a:cubicBezTo>
                      <a:lnTo>
                        <a:pt x="1422" y="432"/>
                      </a:lnTo>
                      <a:lnTo>
                        <a:pt x="432" y="1421"/>
                      </a:lnTo>
                      <a:lnTo>
                        <a:pt x="997" y="1986"/>
                      </a:lnTo>
                      <a:cubicBezTo>
                        <a:pt x="917" y="2137"/>
                        <a:pt x="853" y="2295"/>
                        <a:pt x="802" y="2461"/>
                      </a:cubicBezTo>
                      <a:lnTo>
                        <a:pt x="0" y="2461"/>
                      </a:lnTo>
                      <a:lnTo>
                        <a:pt x="0" y="3861"/>
                      </a:lnTo>
                      <a:lnTo>
                        <a:pt x="802" y="3861"/>
                      </a:lnTo>
                      <a:cubicBezTo>
                        <a:pt x="853" y="4026"/>
                        <a:pt x="917" y="4188"/>
                        <a:pt x="997" y="4336"/>
                      </a:cubicBezTo>
                      <a:lnTo>
                        <a:pt x="432" y="4904"/>
                      </a:lnTo>
                      <a:lnTo>
                        <a:pt x="1422" y="5890"/>
                      </a:lnTo>
                      <a:lnTo>
                        <a:pt x="1986" y="5325"/>
                      </a:lnTo>
                      <a:cubicBezTo>
                        <a:pt x="2137" y="5407"/>
                        <a:pt x="2295" y="5472"/>
                        <a:pt x="2465" y="5523"/>
                      </a:cubicBezTo>
                      <a:lnTo>
                        <a:pt x="2465" y="6322"/>
                      </a:lnTo>
                      <a:lnTo>
                        <a:pt x="3861" y="6322"/>
                      </a:lnTo>
                      <a:lnTo>
                        <a:pt x="3861" y="5523"/>
                      </a:lnTo>
                      <a:cubicBezTo>
                        <a:pt x="4030" y="5472"/>
                        <a:pt x="4188" y="5407"/>
                        <a:pt x="4336" y="5325"/>
                      </a:cubicBezTo>
                      <a:lnTo>
                        <a:pt x="4904" y="5890"/>
                      </a:lnTo>
                      <a:lnTo>
                        <a:pt x="5893" y="4904"/>
                      </a:lnTo>
                      <a:lnTo>
                        <a:pt x="5325" y="4336"/>
                      </a:lnTo>
                      <a:cubicBezTo>
                        <a:pt x="5407" y="4188"/>
                        <a:pt x="5472" y="4026"/>
                        <a:pt x="5523" y="3861"/>
                      </a:cubicBezTo>
                      <a:close/>
                    </a:path>
                  </a:pathLst>
                </a:custGeom>
                <a:solidFill>
                  <a:schemeClr val="lt1"/>
                </a:solid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9" name="Google Shape;1299;p142"/>
              <p:cNvGrpSpPr/>
              <p:nvPr/>
            </p:nvGrpSpPr>
            <p:grpSpPr>
              <a:xfrm>
                <a:off x="1890318" y="3229794"/>
                <a:ext cx="1156278" cy="1156278"/>
                <a:chOff x="786325" y="1167600"/>
                <a:chExt cx="2062205" cy="2062205"/>
              </a:xfrm>
            </p:grpSpPr>
            <p:sp>
              <p:nvSpPr>
                <p:cNvPr id="1300" name="Google Shape;1300;p142"/>
                <p:cNvSpPr/>
                <p:nvPr/>
              </p:nvSpPr>
              <p:spPr>
                <a:xfrm>
                  <a:off x="1335636" y="1715606"/>
                  <a:ext cx="964885" cy="966190"/>
                </a:xfrm>
                <a:custGeom>
                  <a:rect b="b" l="l" r="r" t="t"/>
                  <a:pathLst>
                    <a:path extrusionOk="0" fill="none" h="2962" w="2958">
                      <a:moveTo>
                        <a:pt x="0" y="1482"/>
                      </a:moveTo>
                      <a:cubicBezTo>
                        <a:pt x="0" y="2299"/>
                        <a:pt x="662" y="2961"/>
                        <a:pt x="1478" y="2961"/>
                      </a:cubicBezTo>
                      <a:cubicBezTo>
                        <a:pt x="2295" y="2961"/>
                        <a:pt x="2957" y="2299"/>
                        <a:pt x="2957" y="1482"/>
                      </a:cubicBezTo>
                      <a:cubicBezTo>
                        <a:pt x="2957" y="666"/>
                        <a:pt x="2295" y="1"/>
                        <a:pt x="1478" y="1"/>
                      </a:cubicBezTo>
                      <a:cubicBezTo>
                        <a:pt x="662" y="1"/>
                        <a:pt x="0" y="666"/>
                        <a:pt x="0" y="1482"/>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42"/>
                <p:cNvSpPr/>
                <p:nvPr/>
              </p:nvSpPr>
              <p:spPr>
                <a:xfrm>
                  <a:off x="786325" y="1167600"/>
                  <a:ext cx="2062205" cy="2062205"/>
                </a:xfrm>
                <a:custGeom>
                  <a:rect b="b" l="l" r="r" t="t"/>
                  <a:pathLst>
                    <a:path extrusionOk="0" fill="none" h="6322" w="6322">
                      <a:moveTo>
                        <a:pt x="6322" y="3861"/>
                      </a:moveTo>
                      <a:lnTo>
                        <a:pt x="6322" y="2461"/>
                      </a:lnTo>
                      <a:lnTo>
                        <a:pt x="5523" y="2461"/>
                      </a:lnTo>
                      <a:cubicBezTo>
                        <a:pt x="5472" y="2295"/>
                        <a:pt x="5407" y="2137"/>
                        <a:pt x="5325" y="1986"/>
                      </a:cubicBezTo>
                      <a:lnTo>
                        <a:pt x="5893" y="1421"/>
                      </a:lnTo>
                      <a:lnTo>
                        <a:pt x="4904" y="432"/>
                      </a:lnTo>
                      <a:lnTo>
                        <a:pt x="4336" y="997"/>
                      </a:lnTo>
                      <a:cubicBezTo>
                        <a:pt x="4188" y="917"/>
                        <a:pt x="4030" y="849"/>
                        <a:pt x="3861" y="802"/>
                      </a:cubicBezTo>
                      <a:lnTo>
                        <a:pt x="3861" y="0"/>
                      </a:lnTo>
                      <a:lnTo>
                        <a:pt x="2465" y="0"/>
                      </a:lnTo>
                      <a:lnTo>
                        <a:pt x="2465" y="802"/>
                      </a:lnTo>
                      <a:cubicBezTo>
                        <a:pt x="2295" y="849"/>
                        <a:pt x="2137" y="917"/>
                        <a:pt x="1986" y="997"/>
                      </a:cubicBezTo>
                      <a:lnTo>
                        <a:pt x="1422" y="432"/>
                      </a:lnTo>
                      <a:lnTo>
                        <a:pt x="432" y="1421"/>
                      </a:lnTo>
                      <a:lnTo>
                        <a:pt x="997" y="1986"/>
                      </a:lnTo>
                      <a:cubicBezTo>
                        <a:pt x="917" y="2137"/>
                        <a:pt x="853" y="2295"/>
                        <a:pt x="802" y="2461"/>
                      </a:cubicBezTo>
                      <a:lnTo>
                        <a:pt x="0" y="2461"/>
                      </a:lnTo>
                      <a:lnTo>
                        <a:pt x="0" y="3861"/>
                      </a:lnTo>
                      <a:lnTo>
                        <a:pt x="802" y="3861"/>
                      </a:lnTo>
                      <a:cubicBezTo>
                        <a:pt x="853" y="4026"/>
                        <a:pt x="917" y="4188"/>
                        <a:pt x="997" y="4336"/>
                      </a:cubicBezTo>
                      <a:lnTo>
                        <a:pt x="432" y="4904"/>
                      </a:lnTo>
                      <a:lnTo>
                        <a:pt x="1422" y="5890"/>
                      </a:lnTo>
                      <a:lnTo>
                        <a:pt x="1986" y="5325"/>
                      </a:lnTo>
                      <a:cubicBezTo>
                        <a:pt x="2137" y="5407"/>
                        <a:pt x="2295" y="5472"/>
                        <a:pt x="2465" y="5523"/>
                      </a:cubicBezTo>
                      <a:lnTo>
                        <a:pt x="2465" y="6322"/>
                      </a:lnTo>
                      <a:lnTo>
                        <a:pt x="3861" y="6322"/>
                      </a:lnTo>
                      <a:lnTo>
                        <a:pt x="3861" y="5523"/>
                      </a:lnTo>
                      <a:cubicBezTo>
                        <a:pt x="4030" y="5472"/>
                        <a:pt x="4188" y="5407"/>
                        <a:pt x="4336" y="5325"/>
                      </a:cubicBezTo>
                      <a:lnTo>
                        <a:pt x="4904" y="5890"/>
                      </a:lnTo>
                      <a:lnTo>
                        <a:pt x="5893" y="4904"/>
                      </a:lnTo>
                      <a:lnTo>
                        <a:pt x="5325" y="4336"/>
                      </a:lnTo>
                      <a:cubicBezTo>
                        <a:pt x="5407" y="4188"/>
                        <a:pt x="5472" y="4026"/>
                        <a:pt x="5523" y="3861"/>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2" name="Google Shape;1302;p142"/>
              <p:cNvSpPr/>
              <p:nvPr/>
            </p:nvSpPr>
            <p:spPr>
              <a:xfrm>
                <a:off x="2790114" y="1559577"/>
                <a:ext cx="256494" cy="255807"/>
              </a:xfrm>
              <a:custGeom>
                <a:rect b="b" l="l" r="r" t="t"/>
                <a:pathLst>
                  <a:path extrusionOk="0" h="1131" w="1134">
                    <a:moveTo>
                      <a:pt x="566" y="1"/>
                    </a:moveTo>
                    <a:cubicBezTo>
                      <a:pt x="490" y="275"/>
                      <a:pt x="277" y="490"/>
                      <a:pt x="0" y="566"/>
                    </a:cubicBezTo>
                    <a:cubicBezTo>
                      <a:pt x="277" y="642"/>
                      <a:pt x="490" y="857"/>
                      <a:pt x="566" y="1130"/>
                    </a:cubicBezTo>
                    <a:cubicBezTo>
                      <a:pt x="641" y="857"/>
                      <a:pt x="857" y="642"/>
                      <a:pt x="1134" y="566"/>
                    </a:cubicBezTo>
                    <a:cubicBezTo>
                      <a:pt x="857" y="490"/>
                      <a:pt x="641" y="275"/>
                      <a:pt x="5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42"/>
              <p:cNvSpPr/>
              <p:nvPr/>
            </p:nvSpPr>
            <p:spPr>
              <a:xfrm>
                <a:off x="1279533" y="3692700"/>
                <a:ext cx="116711" cy="116708"/>
              </a:xfrm>
              <a:custGeom>
                <a:rect b="b" l="l" r="r" t="t"/>
                <a:pathLst>
                  <a:path extrusionOk="0" h="516" w="516">
                    <a:moveTo>
                      <a:pt x="260" y="1"/>
                    </a:moveTo>
                    <a:cubicBezTo>
                      <a:pt x="223" y="127"/>
                      <a:pt x="127" y="223"/>
                      <a:pt x="0" y="260"/>
                    </a:cubicBezTo>
                    <a:cubicBezTo>
                      <a:pt x="127" y="292"/>
                      <a:pt x="223" y="389"/>
                      <a:pt x="260" y="515"/>
                    </a:cubicBezTo>
                    <a:cubicBezTo>
                      <a:pt x="291" y="389"/>
                      <a:pt x="389" y="292"/>
                      <a:pt x="515" y="260"/>
                    </a:cubicBezTo>
                    <a:cubicBezTo>
                      <a:pt x="389" y="223"/>
                      <a:pt x="291" y="127"/>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4" name="Google Shape;1304;p142"/>
              <p:cNvGrpSpPr/>
              <p:nvPr/>
            </p:nvGrpSpPr>
            <p:grpSpPr>
              <a:xfrm rot="187109">
                <a:off x="2473364" y="1949207"/>
                <a:ext cx="1164957" cy="1586865"/>
                <a:chOff x="2457014" y="1951878"/>
                <a:chExt cx="1164980" cy="1586896"/>
              </a:xfrm>
            </p:grpSpPr>
            <p:grpSp>
              <p:nvGrpSpPr>
                <p:cNvPr id="1305" name="Google Shape;1305;p142"/>
                <p:cNvGrpSpPr/>
                <p:nvPr/>
              </p:nvGrpSpPr>
              <p:grpSpPr>
                <a:xfrm rot="1743610">
                  <a:off x="2709098" y="2036250"/>
                  <a:ext cx="660810" cy="1209234"/>
                  <a:chOff x="-1782440" y="1555441"/>
                  <a:chExt cx="825763" cy="1511084"/>
                </a:xfrm>
              </p:grpSpPr>
              <p:sp>
                <p:nvSpPr>
                  <p:cNvPr id="1306" name="Google Shape;1306;p142"/>
                  <p:cNvSpPr/>
                  <p:nvPr/>
                </p:nvSpPr>
                <p:spPr>
                  <a:xfrm>
                    <a:off x="-1609613" y="1555441"/>
                    <a:ext cx="466755" cy="659536"/>
                  </a:xfrm>
                  <a:custGeom>
                    <a:rect b="b" l="l" r="r" t="t"/>
                    <a:pathLst>
                      <a:path extrusionOk="0" fill="none" h="4297" w="3041">
                        <a:moveTo>
                          <a:pt x="590" y="4085"/>
                        </a:moveTo>
                        <a:cubicBezTo>
                          <a:pt x="590" y="4085"/>
                          <a:pt x="1" y="1548"/>
                          <a:pt x="648" y="774"/>
                        </a:cubicBezTo>
                        <a:cubicBezTo>
                          <a:pt x="1296" y="1"/>
                          <a:pt x="2925" y="487"/>
                          <a:pt x="2983" y="1476"/>
                        </a:cubicBezTo>
                        <a:cubicBezTo>
                          <a:pt x="3041" y="2469"/>
                          <a:pt x="1191" y="4296"/>
                          <a:pt x="1191" y="429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42"/>
                  <p:cNvSpPr/>
                  <p:nvPr/>
                </p:nvSpPr>
                <p:spPr>
                  <a:xfrm>
                    <a:off x="-1782440" y="1638938"/>
                    <a:ext cx="244199" cy="561150"/>
                  </a:xfrm>
                  <a:custGeom>
                    <a:rect b="b" l="l" r="r" t="t"/>
                    <a:pathLst>
                      <a:path extrusionOk="0" fill="none" h="3656" w="1591">
                        <a:moveTo>
                          <a:pt x="1318" y="3656"/>
                        </a:moveTo>
                        <a:cubicBezTo>
                          <a:pt x="1318" y="3656"/>
                          <a:pt x="26" y="1918"/>
                          <a:pt x="15" y="1245"/>
                        </a:cubicBezTo>
                        <a:cubicBezTo>
                          <a:pt x="1" y="576"/>
                          <a:pt x="1015" y="1"/>
                          <a:pt x="1590" y="57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42"/>
                  <p:cNvSpPr/>
                  <p:nvPr/>
                </p:nvSpPr>
                <p:spPr>
                  <a:xfrm>
                    <a:off x="-1395344" y="1787360"/>
                    <a:ext cx="438667" cy="479034"/>
                  </a:xfrm>
                  <a:custGeom>
                    <a:rect b="b" l="l" r="r" t="t"/>
                    <a:pathLst>
                      <a:path extrusionOk="0" fill="none" h="3121" w="2858">
                        <a:moveTo>
                          <a:pt x="0" y="3120"/>
                        </a:moveTo>
                        <a:cubicBezTo>
                          <a:pt x="0" y="3120"/>
                          <a:pt x="2159" y="2254"/>
                          <a:pt x="2508" y="1419"/>
                        </a:cubicBezTo>
                        <a:cubicBezTo>
                          <a:pt x="2857" y="588"/>
                          <a:pt x="2015" y="1"/>
                          <a:pt x="1533" y="34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42"/>
                  <p:cNvSpPr/>
                  <p:nvPr/>
                </p:nvSpPr>
                <p:spPr>
                  <a:xfrm>
                    <a:off x="-1700784" y="2383199"/>
                    <a:ext cx="164846" cy="683326"/>
                  </a:xfrm>
                  <a:custGeom>
                    <a:rect b="b" l="l" r="r" t="t"/>
                    <a:pathLst>
                      <a:path extrusionOk="0" fill="none" h="4452" w="1074">
                        <a:moveTo>
                          <a:pt x="1" y="4451"/>
                        </a:moveTo>
                        <a:cubicBezTo>
                          <a:pt x="271" y="2785"/>
                          <a:pt x="652" y="836"/>
                          <a:pt x="1073"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42"/>
                  <p:cNvSpPr/>
                  <p:nvPr/>
                </p:nvSpPr>
                <p:spPr>
                  <a:xfrm>
                    <a:off x="-1637855" y="2170465"/>
                    <a:ext cx="278580" cy="262003"/>
                  </a:xfrm>
                  <a:custGeom>
                    <a:rect b="b" l="l" r="r" t="t"/>
                    <a:pathLst>
                      <a:path extrusionOk="0" h="1707" w="1815">
                        <a:moveTo>
                          <a:pt x="765" y="1"/>
                        </a:moveTo>
                        <a:cubicBezTo>
                          <a:pt x="621" y="1"/>
                          <a:pt x="467" y="29"/>
                          <a:pt x="306" y="99"/>
                        </a:cubicBezTo>
                        <a:cubicBezTo>
                          <a:pt x="306" y="99"/>
                          <a:pt x="1" y="1438"/>
                          <a:pt x="534" y="1679"/>
                        </a:cubicBezTo>
                        <a:cubicBezTo>
                          <a:pt x="576" y="1698"/>
                          <a:pt x="620" y="1707"/>
                          <a:pt x="664" y="1707"/>
                        </a:cubicBezTo>
                        <a:cubicBezTo>
                          <a:pt x="1180" y="1707"/>
                          <a:pt x="1814" y="523"/>
                          <a:pt x="1814" y="523"/>
                        </a:cubicBezTo>
                        <a:cubicBezTo>
                          <a:pt x="1814" y="523"/>
                          <a:pt x="1382" y="1"/>
                          <a:pt x="7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1" name="Google Shape;1311;p142"/>
                <p:cNvGrpSpPr/>
                <p:nvPr/>
              </p:nvGrpSpPr>
              <p:grpSpPr>
                <a:xfrm rot="2403161">
                  <a:off x="2653436" y="2631495"/>
                  <a:ext cx="778050" cy="744222"/>
                  <a:chOff x="-381661" y="2202085"/>
                  <a:chExt cx="903734" cy="864442"/>
                </a:xfrm>
              </p:grpSpPr>
              <p:sp>
                <p:nvSpPr>
                  <p:cNvPr id="1312" name="Google Shape;1312;p142"/>
                  <p:cNvSpPr/>
                  <p:nvPr/>
                </p:nvSpPr>
                <p:spPr>
                  <a:xfrm>
                    <a:off x="92923" y="2202085"/>
                    <a:ext cx="429151" cy="386175"/>
                  </a:xfrm>
                  <a:custGeom>
                    <a:rect b="b" l="l" r="r" t="t"/>
                    <a:pathLst>
                      <a:path extrusionOk="0" fill="none" h="2516" w="2796">
                        <a:moveTo>
                          <a:pt x="0" y="2515"/>
                        </a:moveTo>
                        <a:cubicBezTo>
                          <a:pt x="0" y="2515"/>
                          <a:pt x="294" y="1210"/>
                          <a:pt x="1363" y="735"/>
                        </a:cubicBezTo>
                        <a:cubicBezTo>
                          <a:pt x="2435" y="263"/>
                          <a:pt x="2795" y="1"/>
                          <a:pt x="2795" y="1"/>
                        </a:cubicBezTo>
                        <a:cubicBezTo>
                          <a:pt x="2795" y="1"/>
                          <a:pt x="2029" y="1987"/>
                          <a:pt x="0" y="2515"/>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42"/>
                  <p:cNvSpPr/>
                  <p:nvPr/>
                </p:nvSpPr>
                <p:spPr>
                  <a:xfrm>
                    <a:off x="-204843" y="2817877"/>
                    <a:ext cx="555625" cy="224859"/>
                  </a:xfrm>
                  <a:custGeom>
                    <a:rect b="b" l="l" r="r" t="t"/>
                    <a:pathLst>
                      <a:path extrusionOk="0" fill="none" h="1465" w="3620">
                        <a:moveTo>
                          <a:pt x="1" y="1043"/>
                        </a:moveTo>
                        <a:cubicBezTo>
                          <a:pt x="1" y="1043"/>
                          <a:pt x="839" y="0"/>
                          <a:pt x="2008" y="50"/>
                        </a:cubicBezTo>
                        <a:cubicBezTo>
                          <a:pt x="3181" y="97"/>
                          <a:pt x="3619" y="22"/>
                          <a:pt x="3619" y="22"/>
                        </a:cubicBezTo>
                        <a:cubicBezTo>
                          <a:pt x="3619" y="22"/>
                          <a:pt x="2055" y="1465"/>
                          <a:pt x="1" y="1043"/>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42"/>
                  <p:cNvSpPr/>
                  <p:nvPr/>
                </p:nvSpPr>
                <p:spPr>
                  <a:xfrm>
                    <a:off x="-281587" y="2323647"/>
                    <a:ext cx="252487" cy="529071"/>
                  </a:xfrm>
                  <a:custGeom>
                    <a:rect b="b" l="l" r="r" t="t"/>
                    <a:pathLst>
                      <a:path extrusionOk="0" fill="none" h="3447" w="1645">
                        <a:moveTo>
                          <a:pt x="141" y="3446"/>
                        </a:moveTo>
                        <a:cubicBezTo>
                          <a:pt x="141" y="3446"/>
                          <a:pt x="1288" y="2756"/>
                          <a:pt x="1400" y="1590"/>
                        </a:cubicBezTo>
                        <a:cubicBezTo>
                          <a:pt x="1512" y="424"/>
                          <a:pt x="1645" y="0"/>
                          <a:pt x="1645" y="0"/>
                        </a:cubicBezTo>
                        <a:cubicBezTo>
                          <a:pt x="1645" y="0"/>
                          <a:pt x="1" y="1356"/>
                          <a:pt x="141" y="3446"/>
                        </a:cubicBezTo>
                        <a:close/>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42"/>
                  <p:cNvSpPr/>
                  <p:nvPr/>
                </p:nvSpPr>
                <p:spPr>
                  <a:xfrm>
                    <a:off x="-381661" y="2323647"/>
                    <a:ext cx="768819" cy="742879"/>
                  </a:xfrm>
                  <a:custGeom>
                    <a:rect b="b" l="l" r="r" t="t"/>
                    <a:pathLst>
                      <a:path extrusionOk="0" fill="none" h="4840" w="5009">
                        <a:moveTo>
                          <a:pt x="5009" y="0"/>
                        </a:moveTo>
                        <a:cubicBezTo>
                          <a:pt x="5009" y="0"/>
                          <a:pt x="1498" y="3040"/>
                          <a:pt x="1" y="483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42"/>
                  <p:cNvSpPr/>
                  <p:nvPr/>
                </p:nvSpPr>
                <p:spPr>
                  <a:xfrm>
                    <a:off x="-325331" y="2451195"/>
                    <a:ext cx="233915" cy="549485"/>
                  </a:xfrm>
                  <a:custGeom>
                    <a:rect b="b" l="l" r="r" t="t"/>
                    <a:pathLst>
                      <a:path extrusionOk="0" fill="none" h="3580" w="1524">
                        <a:moveTo>
                          <a:pt x="1523" y="0"/>
                        </a:moveTo>
                        <a:cubicBezTo>
                          <a:pt x="1523" y="0"/>
                          <a:pt x="188" y="3223"/>
                          <a:pt x="1" y="358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42"/>
                  <p:cNvSpPr/>
                  <p:nvPr/>
                </p:nvSpPr>
                <p:spPr>
                  <a:xfrm>
                    <a:off x="-357256" y="2852565"/>
                    <a:ext cx="608578" cy="184645"/>
                  </a:xfrm>
                  <a:custGeom>
                    <a:rect b="b" l="l" r="r" t="t"/>
                    <a:pathLst>
                      <a:path extrusionOk="0" fill="none" h="1203" w="3965">
                        <a:moveTo>
                          <a:pt x="1" y="1202"/>
                        </a:moveTo>
                        <a:cubicBezTo>
                          <a:pt x="1" y="1202"/>
                          <a:pt x="2209" y="281"/>
                          <a:pt x="3965"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18" name="Google Shape;1318;p142"/>
            <p:cNvGrpSpPr/>
            <p:nvPr/>
          </p:nvGrpSpPr>
          <p:grpSpPr>
            <a:xfrm rot="5779031">
              <a:off x="288763" y="-100751"/>
              <a:ext cx="1454444" cy="1280509"/>
              <a:chOff x="5917100" y="2092158"/>
              <a:chExt cx="1102175" cy="970367"/>
            </a:xfrm>
          </p:grpSpPr>
          <p:sp>
            <p:nvSpPr>
              <p:cNvPr id="1319" name="Google Shape;1319;p142"/>
              <p:cNvSpPr/>
              <p:nvPr/>
            </p:nvSpPr>
            <p:spPr>
              <a:xfrm>
                <a:off x="6030002" y="2238502"/>
                <a:ext cx="719415" cy="824023"/>
              </a:xfrm>
              <a:custGeom>
                <a:rect b="b" l="l" r="r" t="t"/>
                <a:pathLst>
                  <a:path extrusionOk="0" fill="none" h="9240" w="8067">
                    <a:moveTo>
                      <a:pt x="378" y="9239"/>
                    </a:moveTo>
                    <a:cubicBezTo>
                      <a:pt x="378" y="9239"/>
                      <a:pt x="0" y="3350"/>
                      <a:pt x="8067"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42"/>
              <p:cNvSpPr/>
              <p:nvPr/>
            </p:nvSpPr>
            <p:spPr>
              <a:xfrm>
                <a:off x="6580242" y="2133270"/>
                <a:ext cx="439033" cy="188794"/>
              </a:xfrm>
              <a:custGeom>
                <a:rect b="b" l="l" r="r" t="t"/>
                <a:pathLst>
                  <a:path extrusionOk="0" h="2117" w="4923">
                    <a:moveTo>
                      <a:pt x="4553" y="1"/>
                    </a:moveTo>
                    <a:cubicBezTo>
                      <a:pt x="3675" y="1"/>
                      <a:pt x="1426" y="199"/>
                      <a:pt x="0" y="2094"/>
                    </a:cubicBezTo>
                    <a:cubicBezTo>
                      <a:pt x="0" y="2094"/>
                      <a:pt x="172" y="2117"/>
                      <a:pt x="461" y="2117"/>
                    </a:cubicBezTo>
                    <a:cubicBezTo>
                      <a:pt x="1370" y="2117"/>
                      <a:pt x="3437" y="1891"/>
                      <a:pt x="4922" y="15"/>
                    </a:cubicBezTo>
                    <a:cubicBezTo>
                      <a:pt x="4922" y="15"/>
                      <a:pt x="4786" y="1"/>
                      <a:pt x="45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42"/>
              <p:cNvSpPr/>
              <p:nvPr/>
            </p:nvSpPr>
            <p:spPr>
              <a:xfrm>
                <a:off x="6280241" y="2430685"/>
                <a:ext cx="464985" cy="138497"/>
              </a:xfrm>
              <a:custGeom>
                <a:rect b="b" l="l" r="r" t="t"/>
                <a:pathLst>
                  <a:path extrusionOk="0" h="1553" w="5214">
                    <a:moveTo>
                      <a:pt x="3675" y="0"/>
                    </a:moveTo>
                    <a:cubicBezTo>
                      <a:pt x="2615" y="0"/>
                      <a:pt x="1190" y="253"/>
                      <a:pt x="0" y="1353"/>
                    </a:cubicBezTo>
                    <a:cubicBezTo>
                      <a:pt x="0" y="1353"/>
                      <a:pt x="622" y="1552"/>
                      <a:pt x="1526" y="1552"/>
                    </a:cubicBezTo>
                    <a:cubicBezTo>
                      <a:pt x="2557" y="1552"/>
                      <a:pt x="3953" y="1293"/>
                      <a:pt x="5214" y="183"/>
                    </a:cubicBezTo>
                    <a:cubicBezTo>
                      <a:pt x="5214" y="183"/>
                      <a:pt x="4577" y="0"/>
                      <a:pt x="36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42"/>
              <p:cNvSpPr/>
              <p:nvPr/>
            </p:nvSpPr>
            <p:spPr>
              <a:xfrm>
                <a:off x="6207113" y="2092158"/>
                <a:ext cx="260316" cy="461417"/>
              </a:xfrm>
              <a:custGeom>
                <a:rect b="b" l="l" r="r" t="t"/>
                <a:pathLst>
                  <a:path extrusionOk="0" h="5174" w="2919">
                    <a:moveTo>
                      <a:pt x="2145" y="1"/>
                    </a:moveTo>
                    <a:lnTo>
                      <a:pt x="2145" y="1"/>
                    </a:lnTo>
                    <a:cubicBezTo>
                      <a:pt x="2145" y="1"/>
                      <a:pt x="0" y="2286"/>
                      <a:pt x="810" y="5174"/>
                    </a:cubicBezTo>
                    <a:cubicBezTo>
                      <a:pt x="810" y="5174"/>
                      <a:pt x="2919" y="3055"/>
                      <a:pt x="21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42"/>
              <p:cNvSpPr/>
              <p:nvPr/>
            </p:nvSpPr>
            <p:spPr>
              <a:xfrm>
                <a:off x="6084223" y="2626078"/>
                <a:ext cx="387041" cy="277885"/>
              </a:xfrm>
              <a:custGeom>
                <a:rect b="b" l="l" r="r" t="t"/>
                <a:pathLst>
                  <a:path extrusionOk="0" h="3116" w="4340">
                    <a:moveTo>
                      <a:pt x="4340" y="0"/>
                    </a:moveTo>
                    <a:lnTo>
                      <a:pt x="4340" y="0"/>
                    </a:lnTo>
                    <a:cubicBezTo>
                      <a:pt x="4339" y="0"/>
                      <a:pt x="1231" y="382"/>
                      <a:pt x="1" y="3115"/>
                    </a:cubicBezTo>
                    <a:cubicBezTo>
                      <a:pt x="1" y="3115"/>
                      <a:pt x="2980" y="2842"/>
                      <a:pt x="43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42"/>
              <p:cNvSpPr/>
              <p:nvPr/>
            </p:nvSpPr>
            <p:spPr>
              <a:xfrm>
                <a:off x="5917100" y="2435144"/>
                <a:ext cx="266381" cy="471405"/>
              </a:xfrm>
              <a:custGeom>
                <a:rect b="b" l="l" r="r" t="t"/>
                <a:pathLst>
                  <a:path extrusionOk="0" h="5286" w="2987">
                    <a:moveTo>
                      <a:pt x="1080" y="1"/>
                    </a:moveTo>
                    <a:lnTo>
                      <a:pt x="1080" y="1"/>
                    </a:lnTo>
                    <a:cubicBezTo>
                      <a:pt x="1080" y="1"/>
                      <a:pt x="0" y="2947"/>
                      <a:pt x="1875" y="5286"/>
                    </a:cubicBezTo>
                    <a:cubicBezTo>
                      <a:pt x="1875" y="5286"/>
                      <a:pt x="2986" y="2511"/>
                      <a:pt x="10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5" name="Google Shape;1325;p142"/>
          <p:cNvSpPr txBox="1"/>
          <p:nvPr/>
        </p:nvSpPr>
        <p:spPr>
          <a:xfrm>
            <a:off x="3800750" y="1875672"/>
            <a:ext cx="4707000" cy="28230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The CDC has annual reports on several different health conditions</a:t>
            </a:r>
            <a:endParaRPr>
              <a:solidFill>
                <a:schemeClr val="dk1"/>
              </a:solidFill>
              <a:latin typeface="Be Vietnam Pro"/>
              <a:ea typeface="Be Vietnam Pro"/>
              <a:cs typeface="Be Vietnam Pro"/>
              <a:sym typeface="Be Vietnam Pro"/>
            </a:endParaRPr>
          </a:p>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The 2017-2018 data was most </a:t>
            </a:r>
            <a:r>
              <a:rPr lang="en">
                <a:solidFill>
                  <a:schemeClr val="dk1"/>
                </a:solidFill>
                <a:latin typeface="Be Vietnam Pro"/>
                <a:ea typeface="Be Vietnam Pro"/>
                <a:cs typeface="Be Vietnam Pro"/>
                <a:sym typeface="Be Vietnam Pro"/>
              </a:rPr>
              <a:t>accessible</a:t>
            </a:r>
            <a:endParaRPr>
              <a:solidFill>
                <a:schemeClr val="dk1"/>
              </a:solidFill>
              <a:latin typeface="Be Vietnam Pro"/>
              <a:ea typeface="Be Vietnam Pro"/>
              <a:cs typeface="Be Vietnam Pro"/>
              <a:sym typeface="Be Vietnam Pro"/>
            </a:endParaRPr>
          </a:p>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NHANES - National Health and Nutrition Examination Survey</a:t>
            </a:r>
            <a:endParaRPr>
              <a:solidFill>
                <a:schemeClr val="dk1"/>
              </a:solidFill>
              <a:latin typeface="Be Vietnam Pro"/>
              <a:ea typeface="Be Vietnam Pro"/>
              <a:cs typeface="Be Vietnam Pro"/>
              <a:sym typeface="Be Vietnam Pro"/>
            </a:endParaRPr>
          </a:p>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The CDC is one of the primary authorities on health in the US</a:t>
            </a:r>
            <a:endParaRPr>
              <a:solidFill>
                <a:schemeClr val="dk1"/>
              </a:solidFill>
              <a:latin typeface="Be Vietnam Pro"/>
              <a:ea typeface="Be Vietnam Pro"/>
              <a:cs typeface="Be Vietnam Pro"/>
              <a:sym typeface="Be Vietnam Pro"/>
            </a:endParaRPr>
          </a:p>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Depression score is an aggregation of the severity of depression symptoms</a:t>
            </a:r>
            <a:endParaRPr>
              <a:solidFill>
                <a:schemeClr val="dk1"/>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Cleaning and Wrangling Methods</a:t>
            </a:r>
            <a:endParaRPr/>
          </a:p>
        </p:txBody>
      </p:sp>
      <p:grpSp>
        <p:nvGrpSpPr>
          <p:cNvPr id="1331" name="Google Shape;1331;p143"/>
          <p:cNvGrpSpPr/>
          <p:nvPr/>
        </p:nvGrpSpPr>
        <p:grpSpPr>
          <a:xfrm>
            <a:off x="122237" y="1734018"/>
            <a:ext cx="2103369" cy="2556927"/>
            <a:chOff x="3047475" y="237025"/>
            <a:chExt cx="458650" cy="557575"/>
          </a:xfrm>
        </p:grpSpPr>
        <p:sp>
          <p:nvSpPr>
            <p:cNvPr id="1332" name="Google Shape;1332;p143"/>
            <p:cNvSpPr/>
            <p:nvPr/>
          </p:nvSpPr>
          <p:spPr>
            <a:xfrm>
              <a:off x="3047475" y="237025"/>
              <a:ext cx="458650" cy="557575"/>
            </a:xfrm>
            <a:custGeom>
              <a:rect b="b" l="l" r="r" t="t"/>
              <a:pathLst>
                <a:path extrusionOk="0" fill="none" h="22303" w="18346">
                  <a:moveTo>
                    <a:pt x="2591" y="22267"/>
                  </a:moveTo>
                  <a:cubicBezTo>
                    <a:pt x="2642" y="22065"/>
                    <a:pt x="2689" y="21868"/>
                    <a:pt x="2735" y="21670"/>
                  </a:cubicBezTo>
                  <a:cubicBezTo>
                    <a:pt x="3066" y="20307"/>
                    <a:pt x="3436" y="18953"/>
                    <a:pt x="3717" y="17579"/>
                  </a:cubicBezTo>
                  <a:cubicBezTo>
                    <a:pt x="3919" y="16586"/>
                    <a:pt x="3613" y="15672"/>
                    <a:pt x="3001" y="14863"/>
                  </a:cubicBezTo>
                  <a:cubicBezTo>
                    <a:pt x="1882" y="13384"/>
                    <a:pt x="829" y="11988"/>
                    <a:pt x="400" y="10139"/>
                  </a:cubicBezTo>
                  <a:cubicBezTo>
                    <a:pt x="1" y="8405"/>
                    <a:pt x="160" y="6535"/>
                    <a:pt x="900" y="4912"/>
                  </a:cubicBezTo>
                  <a:cubicBezTo>
                    <a:pt x="2163" y="2149"/>
                    <a:pt x="4908" y="429"/>
                    <a:pt x="7883" y="137"/>
                  </a:cubicBezTo>
                  <a:cubicBezTo>
                    <a:pt x="9286" y="1"/>
                    <a:pt x="10657" y="62"/>
                    <a:pt x="12006" y="512"/>
                  </a:cubicBezTo>
                  <a:cubicBezTo>
                    <a:pt x="13737" y="1087"/>
                    <a:pt x="15270" y="2595"/>
                    <a:pt x="16004" y="4246"/>
                  </a:cubicBezTo>
                  <a:cubicBezTo>
                    <a:pt x="16334" y="5002"/>
                    <a:pt x="16525" y="5814"/>
                    <a:pt x="16565" y="6639"/>
                  </a:cubicBezTo>
                  <a:cubicBezTo>
                    <a:pt x="16582" y="7028"/>
                    <a:pt x="16608" y="7488"/>
                    <a:pt x="16500" y="7869"/>
                  </a:cubicBezTo>
                  <a:cubicBezTo>
                    <a:pt x="16388" y="8265"/>
                    <a:pt x="16258" y="8567"/>
                    <a:pt x="16439" y="8981"/>
                  </a:cubicBezTo>
                  <a:cubicBezTo>
                    <a:pt x="16467" y="9049"/>
                    <a:pt x="16504" y="9114"/>
                    <a:pt x="16543" y="9175"/>
                  </a:cubicBezTo>
                  <a:cubicBezTo>
                    <a:pt x="16899" y="9765"/>
                    <a:pt x="17284" y="10337"/>
                    <a:pt x="17655" y="10917"/>
                  </a:cubicBezTo>
                  <a:cubicBezTo>
                    <a:pt x="17813" y="11161"/>
                    <a:pt x="17982" y="11398"/>
                    <a:pt x="18115" y="11654"/>
                  </a:cubicBezTo>
                  <a:cubicBezTo>
                    <a:pt x="18345" y="12093"/>
                    <a:pt x="18266" y="12301"/>
                    <a:pt x="17820" y="12542"/>
                  </a:cubicBezTo>
                  <a:cubicBezTo>
                    <a:pt x="17515" y="12705"/>
                    <a:pt x="17075" y="12805"/>
                    <a:pt x="16946" y="13060"/>
                  </a:cubicBezTo>
                  <a:cubicBezTo>
                    <a:pt x="16867" y="13218"/>
                    <a:pt x="16989" y="13434"/>
                    <a:pt x="17047" y="13579"/>
                  </a:cubicBezTo>
                  <a:cubicBezTo>
                    <a:pt x="17133" y="13784"/>
                    <a:pt x="17219" y="14000"/>
                    <a:pt x="17201" y="14226"/>
                  </a:cubicBezTo>
                  <a:cubicBezTo>
                    <a:pt x="17191" y="14331"/>
                    <a:pt x="17155" y="14435"/>
                    <a:pt x="17072" y="14500"/>
                  </a:cubicBezTo>
                  <a:cubicBezTo>
                    <a:pt x="17047" y="14521"/>
                    <a:pt x="17014" y="14540"/>
                    <a:pt x="16989" y="14565"/>
                  </a:cubicBezTo>
                  <a:cubicBezTo>
                    <a:pt x="16960" y="14590"/>
                    <a:pt x="16939" y="14622"/>
                    <a:pt x="16942" y="14658"/>
                  </a:cubicBezTo>
                  <a:cubicBezTo>
                    <a:pt x="16949" y="14812"/>
                    <a:pt x="17118" y="14837"/>
                    <a:pt x="17075" y="15021"/>
                  </a:cubicBezTo>
                  <a:cubicBezTo>
                    <a:pt x="17036" y="15187"/>
                    <a:pt x="16910" y="15324"/>
                    <a:pt x="16788" y="15431"/>
                  </a:cubicBezTo>
                  <a:cubicBezTo>
                    <a:pt x="16353" y="15813"/>
                    <a:pt x="16651" y="16619"/>
                    <a:pt x="16608" y="17094"/>
                  </a:cubicBezTo>
                  <a:cubicBezTo>
                    <a:pt x="16579" y="17424"/>
                    <a:pt x="16446" y="17763"/>
                    <a:pt x="16180" y="17967"/>
                  </a:cubicBezTo>
                  <a:cubicBezTo>
                    <a:pt x="15637" y="18389"/>
                    <a:pt x="14777" y="18169"/>
                    <a:pt x="14161" y="18072"/>
                  </a:cubicBezTo>
                  <a:cubicBezTo>
                    <a:pt x="13186" y="17921"/>
                    <a:pt x="11920" y="18011"/>
                    <a:pt x="11805" y="19249"/>
                  </a:cubicBezTo>
                  <a:cubicBezTo>
                    <a:pt x="11712" y="20277"/>
                    <a:pt x="11838" y="21325"/>
                    <a:pt x="12165" y="22303"/>
                  </a:cubicBezTo>
                </a:path>
              </a:pathLst>
            </a:custGeom>
            <a:noFill/>
            <a:ln cap="rnd" cmpd="sng" w="16675">
              <a:solidFill>
                <a:srgbClr val="342520"/>
              </a:solidFill>
              <a:prstDash val="solid"/>
              <a:round/>
              <a:headEnd len="sm" w="sm" type="none"/>
              <a:tailEnd len="sm" w="sm" type="none"/>
            </a:ln>
          </p:spPr>
          <p:txBody>
            <a:bodyPr anchorCtr="0" anchor="ctr" bIns="160125" lIns="160125" spcFirstLastPara="1" rIns="160125" wrap="square" tIns="160125">
              <a:noAutofit/>
            </a:bodyPr>
            <a:lstStyle/>
            <a:p>
              <a:pPr indent="0" lvl="0" marL="0" rtl="0" algn="l">
                <a:spcBef>
                  <a:spcPts val="0"/>
                </a:spcBef>
                <a:spcAft>
                  <a:spcPts val="0"/>
                </a:spcAft>
                <a:buNone/>
              </a:pPr>
              <a:r>
                <a:t/>
              </a:r>
              <a:endParaRPr/>
            </a:p>
          </p:txBody>
        </p:sp>
        <p:sp>
          <p:nvSpPr>
            <p:cNvPr id="1333" name="Google Shape;1333;p143"/>
            <p:cNvSpPr/>
            <p:nvPr/>
          </p:nvSpPr>
          <p:spPr>
            <a:xfrm>
              <a:off x="3233400" y="314125"/>
              <a:ext cx="66200" cy="141850"/>
            </a:xfrm>
            <a:custGeom>
              <a:rect b="b" l="l" r="r" t="t"/>
              <a:pathLst>
                <a:path extrusionOk="0" fill="none" h="5674" w="2648">
                  <a:moveTo>
                    <a:pt x="2648" y="1320"/>
                  </a:moveTo>
                  <a:cubicBezTo>
                    <a:pt x="2648" y="590"/>
                    <a:pt x="2055" y="0"/>
                    <a:pt x="1324" y="0"/>
                  </a:cubicBezTo>
                  <a:cubicBezTo>
                    <a:pt x="594" y="0"/>
                    <a:pt x="1" y="590"/>
                    <a:pt x="1" y="1320"/>
                  </a:cubicBezTo>
                  <a:cubicBezTo>
                    <a:pt x="1" y="1864"/>
                    <a:pt x="328" y="2328"/>
                    <a:pt x="796" y="2533"/>
                  </a:cubicBezTo>
                  <a:lnTo>
                    <a:pt x="162" y="5674"/>
                  </a:lnTo>
                  <a:lnTo>
                    <a:pt x="2486" y="5674"/>
                  </a:lnTo>
                  <a:lnTo>
                    <a:pt x="1853" y="2533"/>
                  </a:lnTo>
                  <a:cubicBezTo>
                    <a:pt x="2321" y="2328"/>
                    <a:pt x="2648" y="1864"/>
                    <a:pt x="2648" y="1320"/>
                  </a:cubicBezTo>
                  <a:close/>
                </a:path>
              </a:pathLst>
            </a:custGeom>
            <a:noFill/>
            <a:ln cap="rnd" cmpd="sng" w="16675">
              <a:solidFill>
                <a:srgbClr val="342520"/>
              </a:solidFill>
              <a:prstDash val="solid"/>
              <a:round/>
              <a:headEnd len="sm" w="sm" type="none"/>
              <a:tailEnd len="sm" w="sm" type="none"/>
            </a:ln>
          </p:spPr>
          <p:txBody>
            <a:bodyPr anchorCtr="0" anchor="ctr" bIns="160125" lIns="160125" spcFirstLastPara="1" rIns="160125" wrap="square" tIns="160125">
              <a:noAutofit/>
            </a:bodyPr>
            <a:lstStyle/>
            <a:p>
              <a:pPr indent="0" lvl="0" marL="0" rtl="0" algn="l">
                <a:spcBef>
                  <a:spcPts val="0"/>
                </a:spcBef>
                <a:spcAft>
                  <a:spcPts val="0"/>
                </a:spcAft>
                <a:buNone/>
              </a:pPr>
              <a:r>
                <a:t/>
              </a:r>
              <a:endParaRPr/>
            </a:p>
          </p:txBody>
        </p:sp>
      </p:grpSp>
      <p:sp>
        <p:nvSpPr>
          <p:cNvPr id="1334" name="Google Shape;1334;p143"/>
          <p:cNvSpPr txBox="1"/>
          <p:nvPr/>
        </p:nvSpPr>
        <p:spPr>
          <a:xfrm>
            <a:off x="2394125" y="1467950"/>
            <a:ext cx="6030000" cy="28230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Cleaning:</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Replaced invalid values for depression indicators with NaN</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Converting variables to numeric due to file conversion</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Replaced encoded values with NaN</a:t>
            </a:r>
            <a:endParaRPr>
              <a:solidFill>
                <a:schemeClr val="dk1"/>
              </a:solidFill>
              <a:latin typeface="Be Vietnam Pro"/>
              <a:ea typeface="Be Vietnam Pro"/>
              <a:cs typeface="Be Vietnam Pro"/>
              <a:sym typeface="Be Vietnam Pro"/>
            </a:endParaRPr>
          </a:p>
          <a:p>
            <a:pPr indent="-317500" lvl="0" marL="4572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Wrangling</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Merging 4 datasets by sequence number</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Dropped observations with less than 6 out of 9 depression indicator questions not answered</a:t>
            </a:r>
            <a:endParaRPr>
              <a:solidFill>
                <a:schemeClr val="dk1"/>
              </a:solidFill>
              <a:latin typeface="Be Vietnam Pro"/>
              <a:ea typeface="Be Vietnam Pro"/>
              <a:cs typeface="Be Vietnam Pro"/>
              <a:sym typeface="Be Vietnam Pro"/>
            </a:endParaRPr>
          </a:p>
          <a:p>
            <a:pPr indent="-317500" lvl="1" marL="914400" rtl="0" algn="l">
              <a:lnSpc>
                <a:spcPct val="150000"/>
              </a:lnSpc>
              <a:spcBef>
                <a:spcPts val="0"/>
              </a:spcBef>
              <a:spcAft>
                <a:spcPts val="0"/>
              </a:spcAft>
              <a:buClr>
                <a:schemeClr val="dk1"/>
              </a:buClr>
              <a:buSzPts val="1400"/>
              <a:buFont typeface="Be Vietnam Pro"/>
              <a:buChar char="○"/>
            </a:pPr>
            <a:r>
              <a:rPr lang="en">
                <a:solidFill>
                  <a:schemeClr val="dk1"/>
                </a:solidFill>
                <a:latin typeface="Be Vietnam Pro"/>
                <a:ea typeface="Be Vietnam Pro"/>
                <a:cs typeface="Be Vietnam Pro"/>
                <a:sym typeface="Be Vietnam Pro"/>
              </a:rPr>
              <a:t>Dropped observations that did not have a valid depression score</a:t>
            </a:r>
            <a:endParaRPr>
              <a:solidFill>
                <a:schemeClr val="dk1"/>
              </a:solidFill>
              <a:latin typeface="Be Vietnam Pro"/>
              <a:ea typeface="Be Vietnam Pro"/>
              <a:cs typeface="Be Vietnam Pro"/>
              <a:sym typeface="Be Vietnam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44"/>
          <p:cNvSpPr txBox="1"/>
          <p:nvPr>
            <p:ph type="title"/>
          </p:nvPr>
        </p:nvSpPr>
        <p:spPr>
          <a:xfrm>
            <a:off x="720000" y="2435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Insight from </a:t>
            </a:r>
            <a:r>
              <a:rPr lang="en"/>
              <a:t>EDA: </a:t>
            </a:r>
            <a:r>
              <a:rPr lang="en" sz="2700"/>
              <a:t>Unexpected </a:t>
            </a:r>
            <a:r>
              <a:rPr lang="en" sz="2700"/>
              <a:t>Relationship</a:t>
            </a:r>
            <a:r>
              <a:rPr lang="en" sz="2700"/>
              <a:t> Between Income and </a:t>
            </a:r>
            <a:r>
              <a:rPr lang="en" sz="2700"/>
              <a:t>Depression</a:t>
            </a:r>
            <a:r>
              <a:rPr lang="en" sz="2700"/>
              <a:t> Score</a:t>
            </a:r>
            <a:endParaRPr sz="2700"/>
          </a:p>
        </p:txBody>
      </p:sp>
      <p:pic>
        <p:nvPicPr>
          <p:cNvPr id="1340" name="Google Shape;1340;p144"/>
          <p:cNvPicPr preferRelativeResize="0"/>
          <p:nvPr/>
        </p:nvPicPr>
        <p:blipFill>
          <a:blip r:embed="rId3">
            <a:alphaModFix/>
          </a:blip>
          <a:stretch>
            <a:fillRect/>
          </a:stretch>
        </p:blipFill>
        <p:spPr>
          <a:xfrm>
            <a:off x="1923475" y="1412075"/>
            <a:ext cx="5001701" cy="3731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45"/>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Insight from EDA:</a:t>
            </a:r>
            <a:r>
              <a:rPr lang="en" sz="2700"/>
              <a:t> Relationship Between Level of Education and Depression Score</a:t>
            </a:r>
            <a:endParaRPr/>
          </a:p>
        </p:txBody>
      </p:sp>
      <p:pic>
        <p:nvPicPr>
          <p:cNvPr id="1346" name="Google Shape;1346;p145"/>
          <p:cNvPicPr preferRelativeResize="0"/>
          <p:nvPr/>
        </p:nvPicPr>
        <p:blipFill>
          <a:blip r:embed="rId3">
            <a:alphaModFix/>
          </a:blip>
          <a:stretch>
            <a:fillRect/>
          </a:stretch>
        </p:blipFill>
        <p:spPr>
          <a:xfrm>
            <a:off x="2048413" y="1071175"/>
            <a:ext cx="5047168" cy="4072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46"/>
          <p:cNvSpPr txBox="1"/>
          <p:nvPr>
            <p:ph type="title"/>
          </p:nvPr>
        </p:nvSpPr>
        <p:spPr>
          <a:xfrm>
            <a:off x="720000" y="381000"/>
            <a:ext cx="7704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3600">
                <a:solidFill>
                  <a:srgbClr val="342520"/>
                </a:solidFill>
                <a:latin typeface="Lato"/>
                <a:ea typeface="Lato"/>
                <a:cs typeface="Lato"/>
                <a:sym typeface="Lato"/>
              </a:rPr>
              <a:t>Predictive Models</a:t>
            </a:r>
            <a:endParaRPr b="1" sz="3600">
              <a:solidFill>
                <a:srgbClr val="342520"/>
              </a:solidFill>
              <a:latin typeface="Lato"/>
              <a:ea typeface="Lato"/>
              <a:cs typeface="Lato"/>
              <a:sym typeface="Lato"/>
            </a:endParaRPr>
          </a:p>
        </p:txBody>
      </p:sp>
      <p:grpSp>
        <p:nvGrpSpPr>
          <p:cNvPr id="1352" name="Google Shape;1352;p146"/>
          <p:cNvGrpSpPr/>
          <p:nvPr/>
        </p:nvGrpSpPr>
        <p:grpSpPr>
          <a:xfrm>
            <a:off x="476250" y="1333500"/>
            <a:ext cx="2571900" cy="3048000"/>
            <a:chOff x="476250" y="1333500"/>
            <a:chExt cx="2571900" cy="3048000"/>
          </a:xfrm>
        </p:grpSpPr>
        <p:sp>
          <p:nvSpPr>
            <p:cNvPr id="1353" name="Google Shape;1353;p146"/>
            <p:cNvSpPr/>
            <p:nvPr/>
          </p:nvSpPr>
          <p:spPr>
            <a:xfrm>
              <a:off x="476250" y="1333500"/>
              <a:ext cx="2571900" cy="3048000"/>
            </a:xfrm>
            <a:prstGeom prst="roundRect">
              <a:avLst>
                <a:gd fmla="val 4444"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4" name="Google Shape;1354;p146"/>
            <p:cNvSpPr/>
            <p:nvPr/>
          </p:nvSpPr>
          <p:spPr>
            <a:xfrm>
              <a:off x="476250" y="1333500"/>
              <a:ext cx="2571900" cy="571500"/>
            </a:xfrm>
            <a:prstGeom prst="roundRect">
              <a:avLst>
                <a:gd fmla="val 20000" name="adj"/>
              </a:avLst>
            </a:prstGeom>
            <a:solidFill>
              <a:srgbClr val="E0E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5" name="Google Shape;1355;p146"/>
            <p:cNvSpPr/>
            <p:nvPr/>
          </p:nvSpPr>
          <p:spPr>
            <a:xfrm>
              <a:off x="476250" y="1714500"/>
              <a:ext cx="2571900" cy="190500"/>
            </a:xfrm>
            <a:prstGeom prst="rect">
              <a:avLst/>
            </a:prstGeom>
            <a:solidFill>
              <a:srgbClr val="E0E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6" name="Google Shape;1356;p146"/>
            <p:cNvSpPr txBox="1"/>
            <p:nvPr/>
          </p:nvSpPr>
          <p:spPr>
            <a:xfrm>
              <a:off x="571500" y="1381125"/>
              <a:ext cx="2381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80">
                  <a:solidFill>
                    <a:srgbClr val="1E40AF"/>
                  </a:solidFill>
                  <a:latin typeface="Lato"/>
                  <a:ea typeface="Lato"/>
                  <a:cs typeface="Lato"/>
                  <a:sym typeface="Lato"/>
                </a:rPr>
                <a:t>Linear Regression &amp; LASSO</a:t>
              </a:r>
              <a:endParaRPr b="1" sz="1480">
                <a:solidFill>
                  <a:srgbClr val="1E40AF"/>
                </a:solidFill>
                <a:latin typeface="Lato"/>
                <a:ea typeface="Lato"/>
                <a:cs typeface="Lato"/>
                <a:sym typeface="Lato"/>
              </a:endParaRPr>
            </a:p>
          </p:txBody>
        </p:sp>
        <p:sp>
          <p:nvSpPr>
            <p:cNvPr id="1357" name="Google Shape;1357;p146"/>
            <p:cNvSpPr txBox="1"/>
            <p:nvPr/>
          </p:nvSpPr>
          <p:spPr>
            <a:xfrm>
              <a:off x="619125" y="2047875"/>
              <a:ext cx="2286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342520"/>
                  </a:solidFill>
                  <a:latin typeface="Be Vietnam Pro"/>
                  <a:ea typeface="Be Vietnam Pro"/>
                  <a:cs typeface="Be Vietnam Pro"/>
                  <a:sym typeface="Be Vietnam Pro"/>
                </a:rPr>
                <a:t>Setup &amp; Features:</a:t>
              </a:r>
              <a:endParaRPr b="1" sz="1100">
                <a:solidFill>
                  <a:srgbClr val="342520"/>
                </a:solidFill>
                <a:latin typeface="Be Vietnam Pro"/>
                <a:ea typeface="Be Vietnam Pro"/>
                <a:cs typeface="Be Vietnam Pro"/>
                <a:sym typeface="Be Vietnam Pro"/>
              </a:endParaRPr>
            </a:p>
            <a:p>
              <a:pPr indent="-295275" lvl="0" marL="457200" rtl="0" algn="l">
                <a:spcBef>
                  <a:spcPts val="90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Trained on 5 predictors: Race, Gender, Poverty Ratio, and Weekday Sleep, and Weekend Sleep.</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LASSO utilized 10-fold cross-validation.</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Applied standardization to all variables.</a:t>
              </a:r>
              <a:endParaRPr b="0" sz="1050">
                <a:solidFill>
                  <a:srgbClr val="342520"/>
                </a:solidFill>
                <a:latin typeface="Be Vietnam Pro"/>
                <a:ea typeface="Be Vietnam Pro"/>
                <a:cs typeface="Be Vietnam Pro"/>
                <a:sym typeface="Be Vietnam Pro"/>
              </a:endParaRPr>
            </a:p>
          </p:txBody>
        </p:sp>
      </p:grpSp>
      <p:grpSp>
        <p:nvGrpSpPr>
          <p:cNvPr id="1358" name="Google Shape;1358;p146"/>
          <p:cNvGrpSpPr/>
          <p:nvPr/>
        </p:nvGrpSpPr>
        <p:grpSpPr>
          <a:xfrm>
            <a:off x="8001000" y="-742950"/>
            <a:ext cx="4238550" cy="6772350"/>
            <a:chOff x="8001000" y="-742950"/>
            <a:chExt cx="4238550" cy="6772350"/>
          </a:xfrm>
        </p:grpSpPr>
        <p:sp>
          <p:nvSpPr>
            <p:cNvPr id="1359" name="Google Shape;1359;p146"/>
            <p:cNvSpPr/>
            <p:nvPr/>
          </p:nvSpPr>
          <p:spPr>
            <a:xfrm>
              <a:off x="8001000" y="3733800"/>
              <a:ext cx="3486300" cy="2295600"/>
            </a:xfrm>
            <a:prstGeom prst="rect">
              <a:avLst/>
            </a:prstGeom>
            <a:solidFill>
              <a:srgbClr val="00368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0" name="Google Shape;1360;p146"/>
            <p:cNvSpPr/>
            <p:nvPr/>
          </p:nvSpPr>
          <p:spPr>
            <a:xfrm>
              <a:off x="8324850" y="-742950"/>
              <a:ext cx="3914700" cy="3362400"/>
            </a:xfrm>
            <a:prstGeom prst="rect">
              <a:avLst/>
            </a:prstGeom>
            <a:solidFill>
              <a:srgbClr val="000000">
                <a:alpha val="0"/>
              </a:srgbClr>
            </a:solidFill>
            <a:ln cap="flat" cmpd="sng" w="9525">
              <a:solidFill>
                <a:srgbClr val="34252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61" name="Google Shape;1361;p146"/>
          <p:cNvGrpSpPr/>
          <p:nvPr/>
        </p:nvGrpSpPr>
        <p:grpSpPr>
          <a:xfrm>
            <a:off x="3286125" y="1333500"/>
            <a:ext cx="2571900" cy="3048000"/>
            <a:chOff x="3286125" y="1333500"/>
            <a:chExt cx="2571900" cy="3048000"/>
          </a:xfrm>
        </p:grpSpPr>
        <p:sp>
          <p:nvSpPr>
            <p:cNvPr id="1362" name="Google Shape;1362;p146"/>
            <p:cNvSpPr/>
            <p:nvPr/>
          </p:nvSpPr>
          <p:spPr>
            <a:xfrm>
              <a:off x="3286125" y="1333500"/>
              <a:ext cx="2571900" cy="3048000"/>
            </a:xfrm>
            <a:prstGeom prst="roundRect">
              <a:avLst>
                <a:gd fmla="val 4444"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3" name="Google Shape;1363;p146"/>
            <p:cNvSpPr/>
            <p:nvPr/>
          </p:nvSpPr>
          <p:spPr>
            <a:xfrm>
              <a:off x="3286125" y="1333500"/>
              <a:ext cx="2571900" cy="571500"/>
            </a:xfrm>
            <a:prstGeom prst="roundRect">
              <a:avLst>
                <a:gd fmla="val 20000" name="adj"/>
              </a:avLst>
            </a:prstGeom>
            <a:solidFill>
              <a:srgbClr val="D2E5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4" name="Google Shape;1364;p146"/>
            <p:cNvSpPr/>
            <p:nvPr/>
          </p:nvSpPr>
          <p:spPr>
            <a:xfrm>
              <a:off x="3286125" y="1714500"/>
              <a:ext cx="2571900" cy="190500"/>
            </a:xfrm>
            <a:prstGeom prst="rect">
              <a:avLst/>
            </a:prstGeom>
            <a:solidFill>
              <a:srgbClr val="D2E5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5" name="Google Shape;1365;p146"/>
            <p:cNvSpPr txBox="1"/>
            <p:nvPr/>
          </p:nvSpPr>
          <p:spPr>
            <a:xfrm>
              <a:off x="3381375" y="1381125"/>
              <a:ext cx="2381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065F46"/>
                  </a:solidFill>
                  <a:latin typeface="Lato"/>
                  <a:ea typeface="Lato"/>
                  <a:cs typeface="Lato"/>
                  <a:sym typeface="Lato"/>
                </a:rPr>
                <a:t>Neural Network</a:t>
              </a:r>
              <a:endParaRPr b="1" sz="1600">
                <a:solidFill>
                  <a:srgbClr val="065F46"/>
                </a:solidFill>
                <a:latin typeface="Lato"/>
                <a:ea typeface="Lato"/>
                <a:cs typeface="Lato"/>
                <a:sym typeface="Lato"/>
              </a:endParaRPr>
            </a:p>
          </p:txBody>
        </p:sp>
        <p:sp>
          <p:nvSpPr>
            <p:cNvPr id="1366" name="Google Shape;1366;p146"/>
            <p:cNvSpPr txBox="1"/>
            <p:nvPr/>
          </p:nvSpPr>
          <p:spPr>
            <a:xfrm>
              <a:off x="3429000" y="2047875"/>
              <a:ext cx="2286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342520"/>
                  </a:solidFill>
                  <a:latin typeface="Be Vietnam Pro"/>
                  <a:ea typeface="Be Vietnam Pro"/>
                  <a:cs typeface="Be Vietnam Pro"/>
                  <a:sym typeface="Be Vietnam Pro"/>
                </a:rPr>
                <a:t>Architecture:</a:t>
              </a:r>
              <a:endParaRPr b="1" sz="1100">
                <a:solidFill>
                  <a:srgbClr val="342520"/>
                </a:solidFill>
                <a:latin typeface="Be Vietnam Pro"/>
                <a:ea typeface="Be Vietnam Pro"/>
                <a:cs typeface="Be Vietnam Pro"/>
                <a:sym typeface="Be Vietnam Pro"/>
              </a:endParaRPr>
            </a:p>
            <a:p>
              <a:pPr indent="-295275" lvl="0" marL="457200" rtl="0" algn="l">
                <a:spcBef>
                  <a:spcPts val="90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Trained for 50 epochs using the same 5-feature subset.</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Two linear layers with ReLU activation.</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Implemented a 40% dropout rate for regularization.</a:t>
              </a:r>
              <a:endParaRPr b="0" sz="1050">
                <a:solidFill>
                  <a:srgbClr val="342520"/>
                </a:solidFill>
                <a:latin typeface="Be Vietnam Pro"/>
                <a:ea typeface="Be Vietnam Pro"/>
                <a:cs typeface="Be Vietnam Pro"/>
                <a:sym typeface="Be Vietnam Pro"/>
              </a:endParaRPr>
            </a:p>
          </p:txBody>
        </p:sp>
      </p:grpSp>
      <p:grpSp>
        <p:nvGrpSpPr>
          <p:cNvPr id="1367" name="Google Shape;1367;p146"/>
          <p:cNvGrpSpPr/>
          <p:nvPr/>
        </p:nvGrpSpPr>
        <p:grpSpPr>
          <a:xfrm>
            <a:off x="6096000" y="1333500"/>
            <a:ext cx="2571900" cy="3048000"/>
            <a:chOff x="6096000" y="1333500"/>
            <a:chExt cx="2571900" cy="3048000"/>
          </a:xfrm>
        </p:grpSpPr>
        <p:sp>
          <p:nvSpPr>
            <p:cNvPr id="1368" name="Google Shape;1368;p146"/>
            <p:cNvSpPr/>
            <p:nvPr/>
          </p:nvSpPr>
          <p:spPr>
            <a:xfrm>
              <a:off x="6096000" y="1333500"/>
              <a:ext cx="2571900" cy="3048000"/>
            </a:xfrm>
            <a:prstGeom prst="roundRect">
              <a:avLst>
                <a:gd fmla="val 4444"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9" name="Google Shape;1369;p146"/>
            <p:cNvSpPr/>
            <p:nvPr/>
          </p:nvSpPr>
          <p:spPr>
            <a:xfrm>
              <a:off x="6096000" y="1333500"/>
              <a:ext cx="2571900" cy="571500"/>
            </a:xfrm>
            <a:prstGeom prst="roundRect">
              <a:avLst>
                <a:gd fmla="val 20000" name="adj"/>
              </a:avLst>
            </a:prstGeom>
            <a:solidFill>
              <a:srgbClr val="FDF2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0" name="Google Shape;1370;p146"/>
            <p:cNvSpPr/>
            <p:nvPr/>
          </p:nvSpPr>
          <p:spPr>
            <a:xfrm>
              <a:off x="6096000" y="1714500"/>
              <a:ext cx="2571900" cy="190500"/>
            </a:xfrm>
            <a:prstGeom prst="rect">
              <a:avLst/>
            </a:prstGeom>
            <a:solidFill>
              <a:srgbClr val="FDF2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1" name="Google Shape;1371;p146"/>
            <p:cNvSpPr txBox="1"/>
            <p:nvPr/>
          </p:nvSpPr>
          <p:spPr>
            <a:xfrm>
              <a:off x="6191250" y="1381125"/>
              <a:ext cx="2381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9D174D"/>
                  </a:solidFill>
                  <a:latin typeface="Lato"/>
                  <a:ea typeface="Lato"/>
                  <a:cs typeface="Lato"/>
                  <a:sym typeface="Lato"/>
                </a:rPr>
                <a:t>Gradient Boosting</a:t>
              </a:r>
              <a:endParaRPr b="1" sz="1600">
                <a:solidFill>
                  <a:srgbClr val="9D174D"/>
                </a:solidFill>
                <a:latin typeface="Lato"/>
                <a:ea typeface="Lato"/>
                <a:cs typeface="Lato"/>
                <a:sym typeface="Lato"/>
              </a:endParaRPr>
            </a:p>
          </p:txBody>
        </p:sp>
        <p:sp>
          <p:nvSpPr>
            <p:cNvPr id="1372" name="Google Shape;1372;p146"/>
            <p:cNvSpPr txBox="1"/>
            <p:nvPr/>
          </p:nvSpPr>
          <p:spPr>
            <a:xfrm>
              <a:off x="6238875" y="2047875"/>
              <a:ext cx="2286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342520"/>
                  </a:solidFill>
                  <a:latin typeface="Be Vietnam Pro"/>
                  <a:ea typeface="Be Vietnam Pro"/>
                  <a:cs typeface="Be Vietnam Pro"/>
                  <a:sym typeface="Be Vietnam Pro"/>
                </a:rPr>
                <a:t>Dual-Model Approach:</a:t>
              </a:r>
              <a:endParaRPr b="1" sz="1100">
                <a:solidFill>
                  <a:srgbClr val="342520"/>
                </a:solidFill>
                <a:latin typeface="Be Vietnam Pro"/>
                <a:ea typeface="Be Vietnam Pro"/>
                <a:cs typeface="Be Vietnam Pro"/>
                <a:sym typeface="Be Vietnam Pro"/>
              </a:endParaRPr>
            </a:p>
            <a:p>
              <a:pPr indent="-295275" lvl="0" marL="457200" rtl="0" algn="l">
                <a:spcBef>
                  <a:spcPts val="90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Regressor for continuous depression scores.</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Classifier for binary target (Score &gt;= 10).</a:t>
              </a:r>
              <a:endParaRPr b="0" sz="1050">
                <a:solidFill>
                  <a:srgbClr val="342520"/>
                </a:solidFill>
                <a:latin typeface="Be Vietnam Pro"/>
                <a:ea typeface="Be Vietnam Pro"/>
                <a:cs typeface="Be Vietnam Pro"/>
                <a:sym typeface="Be Vietnam Pro"/>
              </a:endParaRPr>
            </a:p>
            <a:p>
              <a:pPr indent="-295275" lvl="0" marL="457200" rtl="0" algn="l">
                <a:spcBef>
                  <a:spcPts val="750"/>
                </a:spcBef>
                <a:spcAft>
                  <a:spcPts val="0"/>
                </a:spcAft>
                <a:buClr>
                  <a:srgbClr val="342520"/>
                </a:buClr>
                <a:buSzPts val="1050"/>
                <a:buFont typeface="Be Vietnam Pro"/>
                <a:buChar char="●"/>
              </a:pPr>
              <a:r>
                <a:rPr b="0" lang="en" sz="1050">
                  <a:solidFill>
                    <a:srgbClr val="342520"/>
                  </a:solidFill>
                  <a:latin typeface="Be Vietnam Pro"/>
                  <a:ea typeface="Be Vietnam Pro"/>
                  <a:cs typeface="Be Vietnam Pro"/>
                  <a:sym typeface="Be Vietnam Pro"/>
                </a:rPr>
                <a:t>XGBoost models used all features with one-hot encoding.</a:t>
              </a:r>
              <a:endParaRPr b="0" sz="1050">
                <a:solidFill>
                  <a:srgbClr val="342520"/>
                </a:solidFill>
                <a:latin typeface="Be Vietnam Pro"/>
                <a:ea typeface="Be Vietnam Pro"/>
                <a:cs typeface="Be Vietnam Pro"/>
                <a:sym typeface="Be Vietnam Pr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5" name="Shape 1375"/>
        <p:cNvGrpSpPr/>
        <p:nvPr/>
      </p:nvGrpSpPr>
      <p:grpSpPr>
        <a:xfrm>
          <a:off x="0" y="0"/>
          <a:ext cx="0" cy="0"/>
          <a:chOff x="0" y="0"/>
          <a:chExt cx="0" cy="0"/>
        </a:xfrm>
      </p:grpSpPr>
      <p:pic>
        <p:nvPicPr>
          <p:cNvPr id="1376" name="Google Shape;1376;p147"/>
          <p:cNvPicPr preferRelativeResize="0"/>
          <p:nvPr/>
        </p:nvPicPr>
        <p:blipFill rotWithShape="1">
          <a:blip r:embed="rId4">
            <a:alphaModFix/>
          </a:blip>
          <a:srcRect b="0" l="0" r="0" t="0"/>
          <a:stretch/>
        </p:blipFill>
        <p:spPr>
          <a:xfrm>
            <a:off x="8572500" y="4572000"/>
            <a:ext cx="571500" cy="571500"/>
          </a:xfrm>
          <a:prstGeom prst="rect">
            <a:avLst/>
          </a:prstGeom>
          <a:noFill/>
          <a:ln>
            <a:noFill/>
          </a:ln>
        </p:spPr>
      </p:pic>
      <p:sp>
        <p:nvSpPr>
          <p:cNvPr id="1377" name="Google Shape;1377;p147"/>
          <p:cNvSpPr txBox="1"/>
          <p:nvPr/>
        </p:nvSpPr>
        <p:spPr>
          <a:xfrm>
            <a:off x="714375" y="285750"/>
            <a:ext cx="7715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342520"/>
                </a:solidFill>
                <a:latin typeface="Lato"/>
                <a:ea typeface="Lato"/>
                <a:cs typeface="Lato"/>
                <a:sym typeface="Lato"/>
              </a:rPr>
              <a:t>Results of Regression Models/Comparison</a:t>
            </a:r>
            <a:endParaRPr b="1" i="0" sz="3200">
              <a:solidFill>
                <a:srgbClr val="342520"/>
              </a:solidFill>
              <a:latin typeface="Lato"/>
              <a:ea typeface="Lato"/>
              <a:cs typeface="Lato"/>
              <a:sym typeface="Lato"/>
            </a:endParaRPr>
          </a:p>
        </p:txBody>
      </p:sp>
      <p:grpSp>
        <p:nvGrpSpPr>
          <p:cNvPr id="1378" name="Google Shape;1378;p147"/>
          <p:cNvGrpSpPr/>
          <p:nvPr/>
        </p:nvGrpSpPr>
        <p:grpSpPr>
          <a:xfrm>
            <a:off x="4820718" y="1042483"/>
            <a:ext cx="3846728" cy="3720294"/>
            <a:chOff x="476250" y="3048000"/>
            <a:chExt cx="8191500" cy="1714500"/>
          </a:xfrm>
        </p:grpSpPr>
        <p:sp>
          <p:nvSpPr>
            <p:cNvPr id="1379" name="Google Shape;1379;p147"/>
            <p:cNvSpPr/>
            <p:nvPr/>
          </p:nvSpPr>
          <p:spPr>
            <a:xfrm>
              <a:off x="476250" y="3048000"/>
              <a:ext cx="8191500" cy="1714500"/>
            </a:xfrm>
            <a:prstGeom prst="roundRect">
              <a:avLst>
                <a:gd fmla="val 6666" name="adj"/>
              </a:avLst>
            </a:prstGeom>
            <a:solidFill>
              <a:srgbClr val="FFFFFF">
                <a:alpha val="60000"/>
              </a:srgbClr>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0" name="Google Shape;1380;p147"/>
            <p:cNvSpPr txBox="1"/>
            <p:nvPr/>
          </p:nvSpPr>
          <p:spPr>
            <a:xfrm>
              <a:off x="1081621" y="3127724"/>
              <a:ext cx="6885900" cy="149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342520"/>
                  </a:solidFill>
                  <a:latin typeface="Lato"/>
                  <a:ea typeface="Lato"/>
                  <a:cs typeface="Lato"/>
                  <a:sym typeface="Lato"/>
                </a:rPr>
                <a:t>Overall Interpretation:</a:t>
              </a:r>
              <a:endParaRPr b="1" sz="2000">
                <a:solidFill>
                  <a:srgbClr val="342520"/>
                </a:solidFill>
                <a:latin typeface="Lato"/>
                <a:ea typeface="Lato"/>
                <a:cs typeface="Lato"/>
                <a:sym typeface="Lato"/>
              </a:endParaRPr>
            </a:p>
            <a:p>
              <a:pPr indent="0" lvl="0" marL="0" rtl="0" algn="just">
                <a:spcBef>
                  <a:spcPts val="750"/>
                </a:spcBef>
                <a:spcAft>
                  <a:spcPts val="0"/>
                </a:spcAft>
                <a:buNone/>
              </a:pPr>
              <a:r>
                <a:rPr b="0" lang="en">
                  <a:solidFill>
                    <a:srgbClr val="342520"/>
                  </a:solidFill>
                  <a:latin typeface="Be Vietnam Pro"/>
                  <a:ea typeface="Be Vietnam Pro"/>
                  <a:cs typeface="Be Vietnam Pro"/>
                  <a:sym typeface="Be Vietnam Pro"/>
                </a:rPr>
                <a:t>All models yielded negative R² values, indicating they performed worse than predicting the mean. The low R² suggests that the selected predictors (Race, Gender, Poverty Ratio, Sleep) may not meaningfully capture the correlation to depression scores in this dataset.</a:t>
              </a:r>
              <a:endParaRPr b="0">
                <a:solidFill>
                  <a:srgbClr val="342520"/>
                </a:solidFill>
                <a:latin typeface="Be Vietnam Pro"/>
                <a:ea typeface="Be Vietnam Pro"/>
                <a:cs typeface="Be Vietnam Pro"/>
                <a:sym typeface="Be Vietnam Pro"/>
              </a:endParaRPr>
            </a:p>
            <a:p>
              <a:pPr indent="0" lvl="0" marL="0" rtl="0" algn="l">
                <a:spcBef>
                  <a:spcPts val="900"/>
                </a:spcBef>
                <a:spcAft>
                  <a:spcPts val="0"/>
                </a:spcAft>
                <a:buNone/>
              </a:pPr>
              <a:r>
                <a:rPr lang="en">
                  <a:solidFill>
                    <a:srgbClr val="342520"/>
                  </a:solidFill>
                  <a:latin typeface="Be Vietnam Pro"/>
                  <a:ea typeface="Be Vietnam Pro"/>
                  <a:cs typeface="Be Vietnam Pro"/>
                  <a:sym typeface="Be Vietnam Pro"/>
                </a:rPr>
                <a:t>T</a:t>
              </a:r>
              <a:r>
                <a:rPr b="0" lang="en">
                  <a:solidFill>
                    <a:srgbClr val="342520"/>
                  </a:solidFill>
                  <a:latin typeface="Be Vietnam Pro"/>
                  <a:ea typeface="Be Vietnam Pro"/>
                  <a:cs typeface="Be Vietnam Pro"/>
                  <a:sym typeface="Be Vietnam Pro"/>
                </a:rPr>
                <a:t>he </a:t>
              </a:r>
              <a:r>
                <a:rPr lang="en">
                  <a:solidFill>
                    <a:srgbClr val="342520"/>
                  </a:solidFill>
                  <a:latin typeface="Be Vietnam Pro"/>
                  <a:ea typeface="Be Vietnam Pro"/>
                  <a:cs typeface="Be Vietnam Pro"/>
                  <a:sym typeface="Be Vietnam Pro"/>
                </a:rPr>
                <a:t>Gradient Boosting model </a:t>
              </a:r>
              <a:r>
                <a:rPr b="0" lang="en">
                  <a:solidFill>
                    <a:srgbClr val="342520"/>
                  </a:solidFill>
                  <a:latin typeface="Be Vietnam Pro"/>
                  <a:ea typeface="Be Vietnam Pro"/>
                  <a:cs typeface="Be Vietnam Pro"/>
                  <a:sym typeface="Be Vietnam Pro"/>
                </a:rPr>
                <a:t>showed a slight improvement in R² compared to </a:t>
              </a:r>
              <a:r>
                <a:rPr lang="en">
                  <a:solidFill>
                    <a:srgbClr val="342520"/>
                  </a:solidFill>
                  <a:latin typeface="Be Vietnam Pro"/>
                  <a:ea typeface="Be Vietnam Pro"/>
                  <a:cs typeface="Be Vietnam Pro"/>
                  <a:sym typeface="Be Vietnam Pro"/>
                </a:rPr>
                <a:t>other</a:t>
              </a:r>
              <a:r>
                <a:rPr b="0" lang="en">
                  <a:solidFill>
                    <a:srgbClr val="342520"/>
                  </a:solidFill>
                  <a:latin typeface="Be Vietnam Pro"/>
                  <a:ea typeface="Be Vietnam Pro"/>
                  <a:cs typeface="Be Vietnam Pro"/>
                  <a:sym typeface="Be Vietnam Pro"/>
                </a:rPr>
                <a:t> models, suggesting a potential for </a:t>
              </a:r>
              <a:r>
                <a:rPr lang="en">
                  <a:solidFill>
                    <a:srgbClr val="342520"/>
                  </a:solidFill>
                  <a:latin typeface="Be Vietnam Pro"/>
                  <a:ea typeface="Be Vietnam Pro"/>
                  <a:cs typeface="Be Vietnam Pro"/>
                  <a:sym typeface="Be Vietnam Pro"/>
                </a:rPr>
                <a:t>other variables </a:t>
              </a:r>
              <a:r>
                <a:rPr b="0" lang="en">
                  <a:solidFill>
                    <a:srgbClr val="342520"/>
                  </a:solidFill>
                  <a:latin typeface="Be Vietnam Pro"/>
                  <a:ea typeface="Be Vietnam Pro"/>
                  <a:cs typeface="Be Vietnam Pro"/>
                  <a:sym typeface="Be Vietnam Pro"/>
                </a:rPr>
                <a:t>to be explored further.</a:t>
              </a:r>
              <a:endParaRPr b="0">
                <a:solidFill>
                  <a:srgbClr val="342520"/>
                </a:solidFill>
                <a:latin typeface="Be Vietnam Pro"/>
                <a:ea typeface="Be Vietnam Pro"/>
                <a:cs typeface="Be Vietnam Pro"/>
                <a:sym typeface="Be Vietnam Pro"/>
              </a:endParaRPr>
            </a:p>
          </p:txBody>
        </p:sp>
      </p:grpSp>
      <p:grpSp>
        <p:nvGrpSpPr>
          <p:cNvPr id="1381" name="Google Shape;1381;p147"/>
          <p:cNvGrpSpPr/>
          <p:nvPr/>
        </p:nvGrpSpPr>
        <p:grpSpPr>
          <a:xfrm>
            <a:off x="388675" y="3784541"/>
            <a:ext cx="4161050" cy="898133"/>
            <a:chOff x="1593000" y="2322568"/>
            <a:chExt cx="5957975" cy="643500"/>
          </a:xfrm>
        </p:grpSpPr>
        <p:sp>
          <p:nvSpPr>
            <p:cNvPr id="1382" name="Google Shape;1382;p147"/>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47"/>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47"/>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FFFFFF"/>
                  </a:solidFill>
                  <a:latin typeface="Roboto"/>
                  <a:ea typeface="Roboto"/>
                  <a:cs typeface="Roboto"/>
                  <a:sym typeface="Roboto"/>
                </a:rPr>
                <a:t>Gradient Boosting</a:t>
              </a:r>
              <a:endParaRPr b="1" sz="1800">
                <a:solidFill>
                  <a:srgbClr val="FFFFFF"/>
                </a:solidFill>
                <a:latin typeface="Roboto"/>
                <a:ea typeface="Roboto"/>
                <a:cs typeface="Roboto"/>
                <a:sym typeface="Roboto"/>
              </a:endParaRPr>
            </a:p>
          </p:txBody>
        </p:sp>
        <p:sp>
          <p:nvSpPr>
            <p:cNvPr id="1386" name="Google Shape;1386;p147"/>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47"/>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4</a:t>
              </a:r>
              <a:endParaRPr sz="2600">
                <a:solidFill>
                  <a:srgbClr val="FFFFFF"/>
                </a:solidFill>
                <a:latin typeface="Roboto Thin"/>
                <a:ea typeface="Roboto Thin"/>
                <a:cs typeface="Roboto Thin"/>
                <a:sym typeface="Roboto Thin"/>
              </a:endParaRPr>
            </a:p>
          </p:txBody>
        </p:sp>
        <p:sp>
          <p:nvSpPr>
            <p:cNvPr id="1388" name="Google Shape;1388;p1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RMSE: 4.48</a:t>
              </a:r>
              <a:endParaRPr sz="18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R²: -0.022</a:t>
              </a:r>
              <a:endParaRPr sz="1800">
                <a:solidFill>
                  <a:schemeClr val="dk1"/>
                </a:solidFill>
                <a:latin typeface="Roboto"/>
                <a:ea typeface="Roboto"/>
                <a:cs typeface="Roboto"/>
                <a:sym typeface="Roboto"/>
              </a:endParaRPr>
            </a:p>
          </p:txBody>
        </p:sp>
      </p:grpSp>
      <p:grpSp>
        <p:nvGrpSpPr>
          <p:cNvPr id="1389" name="Google Shape;1389;p147"/>
          <p:cNvGrpSpPr/>
          <p:nvPr/>
        </p:nvGrpSpPr>
        <p:grpSpPr>
          <a:xfrm>
            <a:off x="388675" y="2870502"/>
            <a:ext cx="4161050" cy="898133"/>
            <a:chOff x="1593000" y="2322568"/>
            <a:chExt cx="5957975" cy="643500"/>
          </a:xfrm>
        </p:grpSpPr>
        <p:sp>
          <p:nvSpPr>
            <p:cNvPr id="1390" name="Google Shape;1390;p147"/>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91" name="Google Shape;1391;p147"/>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92" name="Google Shape;1392;p147"/>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93" name="Google Shape;1393;p1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FFFFFF"/>
                  </a:solidFill>
                  <a:latin typeface="Roboto"/>
                  <a:ea typeface="Roboto"/>
                  <a:cs typeface="Roboto"/>
                  <a:sym typeface="Roboto"/>
                </a:rPr>
                <a:t>Neural Network</a:t>
              </a:r>
              <a:endParaRPr b="1" sz="1800">
                <a:solidFill>
                  <a:srgbClr val="FFFFFF"/>
                </a:solidFill>
                <a:latin typeface="Roboto"/>
                <a:ea typeface="Roboto"/>
                <a:cs typeface="Roboto"/>
                <a:sym typeface="Roboto"/>
              </a:endParaRPr>
            </a:p>
          </p:txBody>
        </p:sp>
        <p:sp>
          <p:nvSpPr>
            <p:cNvPr id="1394" name="Google Shape;1394;p147"/>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95" name="Google Shape;1395;p147"/>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3</a:t>
              </a:r>
              <a:endParaRPr sz="2600">
                <a:solidFill>
                  <a:srgbClr val="FFFFFF"/>
                </a:solidFill>
                <a:latin typeface="Roboto Thin"/>
                <a:ea typeface="Roboto Thin"/>
                <a:cs typeface="Roboto Thin"/>
                <a:sym typeface="Roboto Thin"/>
              </a:endParaRPr>
            </a:p>
          </p:txBody>
        </p:sp>
        <p:sp>
          <p:nvSpPr>
            <p:cNvPr id="1396" name="Google Shape;1396;p1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RMSE</a:t>
              </a:r>
              <a:r>
                <a:rPr lang="en" sz="1800">
                  <a:solidFill>
                    <a:schemeClr val="dk1"/>
                  </a:solidFill>
                  <a:latin typeface="Roboto"/>
                  <a:ea typeface="Roboto"/>
                  <a:cs typeface="Roboto"/>
                  <a:sym typeface="Roboto"/>
                </a:rPr>
                <a:t>: 4.6</a:t>
              </a:r>
              <a:endParaRPr sz="18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R²: -0.15</a:t>
              </a:r>
              <a:endParaRPr sz="1800">
                <a:solidFill>
                  <a:schemeClr val="dk1"/>
                </a:solidFill>
                <a:latin typeface="Roboto"/>
                <a:ea typeface="Roboto"/>
                <a:cs typeface="Roboto"/>
                <a:sym typeface="Roboto"/>
              </a:endParaRPr>
            </a:p>
          </p:txBody>
        </p:sp>
      </p:grpSp>
      <p:grpSp>
        <p:nvGrpSpPr>
          <p:cNvPr id="1397" name="Google Shape;1397;p147"/>
          <p:cNvGrpSpPr/>
          <p:nvPr/>
        </p:nvGrpSpPr>
        <p:grpSpPr>
          <a:xfrm>
            <a:off x="388675" y="1956425"/>
            <a:ext cx="4161050" cy="898133"/>
            <a:chOff x="1593000" y="2322568"/>
            <a:chExt cx="5957975" cy="643500"/>
          </a:xfrm>
        </p:grpSpPr>
        <p:sp>
          <p:nvSpPr>
            <p:cNvPr id="1398" name="Google Shape;1398;p147"/>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47"/>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47"/>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FFFFFF"/>
                  </a:solidFill>
                  <a:latin typeface="Roboto"/>
                  <a:ea typeface="Roboto"/>
                  <a:cs typeface="Roboto"/>
                  <a:sym typeface="Roboto"/>
                </a:rPr>
                <a:t>LASSO</a:t>
              </a:r>
              <a:endParaRPr b="1" sz="1800">
                <a:solidFill>
                  <a:srgbClr val="FFFFFF"/>
                </a:solidFill>
                <a:latin typeface="Roboto"/>
                <a:ea typeface="Roboto"/>
                <a:cs typeface="Roboto"/>
                <a:sym typeface="Roboto"/>
              </a:endParaRPr>
            </a:p>
          </p:txBody>
        </p:sp>
        <p:sp>
          <p:nvSpPr>
            <p:cNvPr id="1402" name="Google Shape;1402;p147"/>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47"/>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2</a:t>
              </a:r>
              <a:endParaRPr sz="2600">
                <a:solidFill>
                  <a:srgbClr val="FFFFFF"/>
                </a:solidFill>
                <a:latin typeface="Roboto Thin"/>
                <a:ea typeface="Roboto Thin"/>
                <a:cs typeface="Roboto Thin"/>
                <a:sym typeface="Roboto Thin"/>
              </a:endParaRPr>
            </a:p>
          </p:txBody>
        </p:sp>
        <p:sp>
          <p:nvSpPr>
            <p:cNvPr id="1404" name="Google Shape;1404;p1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RMSE</a:t>
              </a:r>
              <a:r>
                <a:rPr lang="en" sz="1800">
                  <a:solidFill>
                    <a:schemeClr val="dk1"/>
                  </a:solidFill>
                  <a:latin typeface="Roboto"/>
                  <a:ea typeface="Roboto"/>
                  <a:cs typeface="Roboto"/>
                  <a:sym typeface="Roboto"/>
                </a:rPr>
                <a:t>: 4.39</a:t>
              </a:r>
              <a:endParaRPr sz="18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R²: -0.034</a:t>
              </a:r>
              <a:endParaRPr sz="1800">
                <a:solidFill>
                  <a:schemeClr val="dk1"/>
                </a:solidFill>
                <a:latin typeface="Roboto"/>
                <a:ea typeface="Roboto"/>
                <a:cs typeface="Roboto"/>
                <a:sym typeface="Roboto"/>
              </a:endParaRPr>
            </a:p>
          </p:txBody>
        </p:sp>
      </p:grpSp>
      <p:grpSp>
        <p:nvGrpSpPr>
          <p:cNvPr id="1405" name="Google Shape;1405;p147"/>
          <p:cNvGrpSpPr/>
          <p:nvPr/>
        </p:nvGrpSpPr>
        <p:grpSpPr>
          <a:xfrm>
            <a:off x="388675" y="1042396"/>
            <a:ext cx="4161050" cy="898133"/>
            <a:chOff x="1593000" y="2322568"/>
            <a:chExt cx="5957975" cy="643500"/>
          </a:xfrm>
        </p:grpSpPr>
        <p:sp>
          <p:nvSpPr>
            <p:cNvPr id="1406" name="Google Shape;1406;p147"/>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47"/>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47"/>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FFFFFF"/>
                  </a:solidFill>
                  <a:latin typeface="Roboto"/>
                  <a:ea typeface="Roboto"/>
                  <a:cs typeface="Roboto"/>
                  <a:sym typeface="Roboto"/>
                </a:rPr>
                <a:t>Linear Regression</a:t>
              </a:r>
              <a:endParaRPr b="1" sz="1800">
                <a:solidFill>
                  <a:srgbClr val="FFFFFF"/>
                </a:solidFill>
                <a:latin typeface="Roboto"/>
                <a:ea typeface="Roboto"/>
                <a:cs typeface="Roboto"/>
                <a:sym typeface="Roboto"/>
              </a:endParaRPr>
            </a:p>
          </p:txBody>
        </p:sp>
        <p:sp>
          <p:nvSpPr>
            <p:cNvPr id="1410" name="Google Shape;1410;p147"/>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47"/>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1</a:t>
              </a:r>
              <a:endParaRPr sz="2600">
                <a:solidFill>
                  <a:srgbClr val="FFFFFF"/>
                </a:solidFill>
                <a:latin typeface="Roboto Thin"/>
                <a:ea typeface="Roboto Thin"/>
                <a:cs typeface="Roboto Thin"/>
                <a:sym typeface="Roboto Thin"/>
              </a:endParaRPr>
            </a:p>
          </p:txBody>
        </p:sp>
        <p:sp>
          <p:nvSpPr>
            <p:cNvPr id="1412" name="Google Shape;1412;p147"/>
            <p:cNvSpPr/>
            <p:nvPr/>
          </p:nvSpPr>
          <p:spPr>
            <a:xfrm>
              <a:off x="4342965" y="2323753"/>
              <a:ext cx="3016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a:t>
              </a:r>
              <a:r>
                <a:rPr lang="en" sz="1800">
                  <a:solidFill>
                    <a:schemeClr val="dk1"/>
                  </a:solidFill>
                  <a:latin typeface="Roboto"/>
                  <a:ea typeface="Roboto"/>
                  <a:cs typeface="Roboto"/>
                  <a:sym typeface="Roboto"/>
                </a:rPr>
                <a:t>MSE: 4.39</a:t>
              </a:r>
              <a:endParaRPr sz="18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rPr lang="en" sz="1800">
                  <a:solidFill>
                    <a:schemeClr val="dk1"/>
                  </a:solidFill>
                  <a:latin typeface="Roboto"/>
                  <a:ea typeface="Roboto"/>
                  <a:cs typeface="Roboto"/>
                  <a:sym typeface="Roboto"/>
                </a:rPr>
                <a:t>R²: -0.034</a:t>
              </a:r>
              <a:endParaRPr sz="1800">
                <a:solidFill>
                  <a:schemeClr val="dk1"/>
                </a:solidFill>
                <a:latin typeface="Roboto"/>
                <a:ea typeface="Roboto"/>
                <a:cs typeface="Roboto"/>
                <a:sym typeface="Roboto"/>
              </a:endParaRPr>
            </a:p>
          </p:txBody>
        </p:sp>
      </p:grpSp>
      <p:cxnSp>
        <p:nvCxnSpPr>
          <p:cNvPr id="1413" name="Google Shape;1413;p147"/>
          <p:cNvCxnSpPr/>
          <p:nvPr/>
        </p:nvCxnSpPr>
        <p:spPr>
          <a:xfrm>
            <a:off x="2237225" y="1066325"/>
            <a:ext cx="10500" cy="3596400"/>
          </a:xfrm>
          <a:prstGeom prst="straightConnector1">
            <a:avLst/>
          </a:prstGeom>
          <a:noFill/>
          <a:ln cap="flat" cmpd="sng" w="28575">
            <a:solidFill>
              <a:schemeClr val="dk1"/>
            </a:solidFill>
            <a:prstDash val="solid"/>
            <a:round/>
            <a:headEnd len="med" w="med" type="none"/>
            <a:tailEnd len="med" w="med" type="none"/>
          </a:ln>
        </p:spPr>
      </p:cxnSp>
      <p:cxnSp>
        <p:nvCxnSpPr>
          <p:cNvPr id="1414" name="Google Shape;1414;p147"/>
          <p:cNvCxnSpPr/>
          <p:nvPr/>
        </p:nvCxnSpPr>
        <p:spPr>
          <a:xfrm>
            <a:off x="4396850" y="1042400"/>
            <a:ext cx="10500" cy="35964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8" name="Shape 1418"/>
        <p:cNvGrpSpPr/>
        <p:nvPr/>
      </p:nvGrpSpPr>
      <p:grpSpPr>
        <a:xfrm>
          <a:off x="0" y="0"/>
          <a:ext cx="0" cy="0"/>
          <a:chOff x="0" y="0"/>
          <a:chExt cx="0" cy="0"/>
        </a:xfrm>
      </p:grpSpPr>
      <p:pic>
        <p:nvPicPr>
          <p:cNvPr descr="i want this to look cleaner, business acaeemia style" id="1419" name="Google Shape;1419;p148"/>
          <p:cNvPicPr preferRelativeResize="0"/>
          <p:nvPr/>
        </p:nvPicPr>
        <p:blipFill>
          <a:blip r:embed="rId3">
            <a:alphaModFix/>
          </a:blip>
          <a:stretch>
            <a:fillRect/>
          </a:stretch>
        </p:blipFill>
        <p:spPr>
          <a:xfrm>
            <a:off x="-33340" y="0"/>
            <a:ext cx="9210665" cy="5143500"/>
          </a:xfrm>
          <a:prstGeom prst="rect">
            <a:avLst/>
          </a:prstGeom>
          <a:noFill/>
          <a:ln>
            <a:noFill/>
          </a:ln>
        </p:spPr>
      </p:pic>
      <p:sp>
        <p:nvSpPr>
          <p:cNvPr id="1420" name="Google Shape;1420;p148"/>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49"/>
          <p:cNvSpPr/>
          <p:nvPr/>
        </p:nvSpPr>
        <p:spPr>
          <a:xfrm>
            <a:off x="8005950" y="3736425"/>
            <a:ext cx="3494036" cy="2300917"/>
          </a:xfrm>
          <a:custGeom>
            <a:rect b="b" l="l" r="r" t="t"/>
            <a:pathLst>
              <a:path extrusionOk="0" h="7367" w="11187">
                <a:moveTo>
                  <a:pt x="4164" y="0"/>
                </a:moveTo>
                <a:cubicBezTo>
                  <a:pt x="3316" y="0"/>
                  <a:pt x="2256" y="570"/>
                  <a:pt x="1303" y="2750"/>
                </a:cubicBezTo>
                <a:cubicBezTo>
                  <a:pt x="1" y="5722"/>
                  <a:pt x="2244" y="7366"/>
                  <a:pt x="4825" y="7366"/>
                </a:cubicBezTo>
                <a:cubicBezTo>
                  <a:pt x="6207" y="7366"/>
                  <a:pt x="7687" y="6894"/>
                  <a:pt x="8769" y="5901"/>
                </a:cubicBezTo>
                <a:cubicBezTo>
                  <a:pt x="11186" y="3678"/>
                  <a:pt x="8009" y="1750"/>
                  <a:pt x="6491" y="1005"/>
                </a:cubicBezTo>
                <a:cubicBezTo>
                  <a:pt x="6099" y="814"/>
                  <a:pt x="5721" y="595"/>
                  <a:pt x="5350" y="364"/>
                </a:cubicBezTo>
                <a:cubicBezTo>
                  <a:pt x="5064" y="186"/>
                  <a:pt x="4649" y="0"/>
                  <a:pt x="4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49"/>
          <p:cNvSpPr/>
          <p:nvPr/>
        </p:nvSpPr>
        <p:spPr>
          <a:xfrm>
            <a:off x="8331875" y="-743784"/>
            <a:ext cx="3922582" cy="3368683"/>
          </a:xfrm>
          <a:custGeom>
            <a:rect b="b" l="l" r="r" t="t"/>
            <a:pathLst>
              <a:path extrusionOk="0" fill="none" h="23804" w="27718">
                <a:moveTo>
                  <a:pt x="10847" y="21374"/>
                </a:moveTo>
                <a:cubicBezTo>
                  <a:pt x="6515" y="19867"/>
                  <a:pt x="2058" y="17284"/>
                  <a:pt x="608" y="12934"/>
                </a:cubicBezTo>
                <a:cubicBezTo>
                  <a:pt x="87" y="11370"/>
                  <a:pt x="1" y="9686"/>
                  <a:pt x="177" y="8045"/>
                </a:cubicBezTo>
                <a:cubicBezTo>
                  <a:pt x="331" y="6602"/>
                  <a:pt x="702" y="5148"/>
                  <a:pt x="1537" y="3961"/>
                </a:cubicBezTo>
                <a:cubicBezTo>
                  <a:pt x="2533" y="2541"/>
                  <a:pt x="4119" y="1619"/>
                  <a:pt x="5774" y="1090"/>
                </a:cubicBezTo>
                <a:cubicBezTo>
                  <a:pt x="9185" y="0"/>
                  <a:pt x="13128" y="500"/>
                  <a:pt x="16003" y="2637"/>
                </a:cubicBezTo>
                <a:cubicBezTo>
                  <a:pt x="18874" y="4774"/>
                  <a:pt x="20496" y="8574"/>
                  <a:pt x="19791" y="12085"/>
                </a:cubicBezTo>
                <a:cubicBezTo>
                  <a:pt x="19083" y="15593"/>
                  <a:pt x="15931" y="18540"/>
                  <a:pt x="12358" y="18759"/>
                </a:cubicBezTo>
                <a:cubicBezTo>
                  <a:pt x="9441" y="18935"/>
                  <a:pt x="6627" y="17409"/>
                  <a:pt x="4591" y="15315"/>
                </a:cubicBezTo>
                <a:cubicBezTo>
                  <a:pt x="3364" y="14057"/>
                  <a:pt x="2339" y="12542"/>
                  <a:pt x="1925" y="10833"/>
                </a:cubicBezTo>
                <a:cubicBezTo>
                  <a:pt x="1507" y="9125"/>
                  <a:pt x="1763" y="7199"/>
                  <a:pt x="2857" y="5822"/>
                </a:cubicBezTo>
                <a:cubicBezTo>
                  <a:pt x="3536" y="4958"/>
                  <a:pt x="4504" y="4350"/>
                  <a:pt x="5548" y="4004"/>
                </a:cubicBezTo>
                <a:cubicBezTo>
                  <a:pt x="8275" y="3109"/>
                  <a:pt x="11621" y="4256"/>
                  <a:pt x="12966" y="6793"/>
                </a:cubicBezTo>
                <a:cubicBezTo>
                  <a:pt x="14312" y="9329"/>
                  <a:pt x="13200" y="12952"/>
                  <a:pt x="10545" y="14050"/>
                </a:cubicBezTo>
                <a:cubicBezTo>
                  <a:pt x="9283" y="14575"/>
                  <a:pt x="7735" y="14500"/>
                  <a:pt x="6649" y="13668"/>
                </a:cubicBezTo>
                <a:cubicBezTo>
                  <a:pt x="5562" y="12841"/>
                  <a:pt x="5091" y="11214"/>
                  <a:pt x="5746" y="10013"/>
                </a:cubicBezTo>
                <a:cubicBezTo>
                  <a:pt x="6555" y="8527"/>
                  <a:pt x="8717" y="8232"/>
                  <a:pt x="10218" y="9020"/>
                </a:cubicBezTo>
                <a:cubicBezTo>
                  <a:pt x="11714" y="9811"/>
                  <a:pt x="12646" y="11365"/>
                  <a:pt x="13301" y="12927"/>
                </a:cubicBezTo>
                <a:cubicBezTo>
                  <a:pt x="13956" y="14488"/>
                  <a:pt x="14416" y="16150"/>
                  <a:pt x="15337" y="17572"/>
                </a:cubicBezTo>
                <a:cubicBezTo>
                  <a:pt x="16255" y="18993"/>
                  <a:pt x="17783" y="20180"/>
                  <a:pt x="19475" y="20104"/>
                </a:cubicBezTo>
                <a:cubicBezTo>
                  <a:pt x="21436" y="20014"/>
                  <a:pt x="22932" y="18302"/>
                  <a:pt x="23817" y="16550"/>
                </a:cubicBezTo>
                <a:cubicBezTo>
                  <a:pt x="25446" y="13323"/>
                  <a:pt x="25778" y="9304"/>
                  <a:pt x="24073" y="6113"/>
                </a:cubicBezTo>
                <a:cubicBezTo>
                  <a:pt x="22299" y="2792"/>
                  <a:pt x="18521" y="806"/>
                  <a:pt x="14758" y="663"/>
                </a:cubicBezTo>
                <a:cubicBezTo>
                  <a:pt x="12909" y="594"/>
                  <a:pt x="11013" y="932"/>
                  <a:pt x="9422" y="1878"/>
                </a:cubicBezTo>
                <a:cubicBezTo>
                  <a:pt x="7480" y="3033"/>
                  <a:pt x="6120" y="5045"/>
                  <a:pt x="5540" y="7228"/>
                </a:cubicBezTo>
                <a:cubicBezTo>
                  <a:pt x="4965" y="9412"/>
                  <a:pt x="5138" y="11754"/>
                  <a:pt x="5807" y="13912"/>
                </a:cubicBezTo>
                <a:cubicBezTo>
                  <a:pt x="6807" y="17143"/>
                  <a:pt x="8966" y="20047"/>
                  <a:pt x="11898" y="21731"/>
                </a:cubicBezTo>
                <a:cubicBezTo>
                  <a:pt x="14830" y="23415"/>
                  <a:pt x="18532" y="23803"/>
                  <a:pt x="21673" y="22543"/>
                </a:cubicBezTo>
                <a:cubicBezTo>
                  <a:pt x="24810" y="21288"/>
                  <a:pt x="27267" y="18334"/>
                  <a:pt x="27717" y="1498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7" name="Google Shape;1427;p149"/>
          <p:cNvGrpSpPr/>
          <p:nvPr/>
        </p:nvGrpSpPr>
        <p:grpSpPr>
          <a:xfrm>
            <a:off x="714375" y="0"/>
            <a:ext cx="7715400" cy="809775"/>
            <a:chOff x="714375" y="285750"/>
            <a:chExt cx="7715400" cy="809775"/>
          </a:xfrm>
        </p:grpSpPr>
        <p:sp>
          <p:nvSpPr>
            <p:cNvPr id="1428" name="Google Shape;1428;p149"/>
            <p:cNvSpPr txBox="1"/>
            <p:nvPr/>
          </p:nvSpPr>
          <p:spPr>
            <a:xfrm>
              <a:off x="714375" y="285750"/>
              <a:ext cx="7715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00">
                  <a:solidFill>
                    <a:srgbClr val="342520"/>
                  </a:solidFill>
                  <a:latin typeface="Lato"/>
                  <a:ea typeface="Lato"/>
                  <a:cs typeface="Lato"/>
                  <a:sym typeface="Lato"/>
                </a:rPr>
                <a:t>SHAP Value Analysis</a:t>
              </a:r>
              <a:endParaRPr b="1" sz="3000">
                <a:solidFill>
                  <a:srgbClr val="342520"/>
                </a:solidFill>
                <a:latin typeface="Lato"/>
                <a:ea typeface="Lato"/>
                <a:cs typeface="Lato"/>
                <a:sym typeface="Lato"/>
              </a:endParaRPr>
            </a:p>
          </p:txBody>
        </p:sp>
        <p:sp>
          <p:nvSpPr>
            <p:cNvPr id="1429" name="Google Shape;1429;p149"/>
            <p:cNvSpPr txBox="1"/>
            <p:nvPr/>
          </p:nvSpPr>
          <p:spPr>
            <a:xfrm>
              <a:off x="714375" y="809625"/>
              <a:ext cx="7715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666666"/>
                  </a:solidFill>
                  <a:latin typeface="Be Vietnam Pro"/>
                  <a:ea typeface="Be Vietnam Pro"/>
                  <a:cs typeface="Be Vietnam Pro"/>
                  <a:sym typeface="Be Vietnam Pro"/>
                </a:rPr>
                <a:t>Feature Impact on Regression vs. Classification Models</a:t>
              </a:r>
              <a:endParaRPr b="0" sz="1400">
                <a:solidFill>
                  <a:srgbClr val="666666"/>
                </a:solidFill>
                <a:latin typeface="Be Vietnam Pro"/>
                <a:ea typeface="Be Vietnam Pro"/>
                <a:cs typeface="Be Vietnam Pro"/>
                <a:sym typeface="Be Vietnam Pro"/>
              </a:endParaRPr>
            </a:p>
          </p:txBody>
        </p:sp>
      </p:grpSp>
      <p:grpSp>
        <p:nvGrpSpPr>
          <p:cNvPr id="1430" name="Google Shape;1430;p149"/>
          <p:cNvGrpSpPr/>
          <p:nvPr/>
        </p:nvGrpSpPr>
        <p:grpSpPr>
          <a:xfrm>
            <a:off x="571500" y="4524375"/>
            <a:ext cx="8001150" cy="381000"/>
            <a:chOff x="571500" y="4524375"/>
            <a:chExt cx="8001150" cy="381000"/>
          </a:xfrm>
        </p:grpSpPr>
        <p:sp>
          <p:nvSpPr>
            <p:cNvPr id="1431" name="Google Shape;1431;p149"/>
            <p:cNvSpPr/>
            <p:nvPr/>
          </p:nvSpPr>
          <p:spPr>
            <a:xfrm>
              <a:off x="571500" y="4524375"/>
              <a:ext cx="3905400" cy="381000"/>
            </a:xfrm>
            <a:prstGeom prst="roundRect">
              <a:avLst>
                <a:gd fmla="val 10000" name="adj"/>
              </a:avLst>
            </a:prstGeom>
            <a:solidFill>
              <a:srgbClr val="E0E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2" name="Google Shape;1432;p149"/>
            <p:cNvSpPr txBox="1"/>
            <p:nvPr/>
          </p:nvSpPr>
          <p:spPr>
            <a:xfrm>
              <a:off x="571500" y="4524375"/>
              <a:ext cx="3905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1E40AF"/>
                  </a:solidFill>
                  <a:latin typeface="Be Vietnam Pro"/>
                  <a:ea typeface="Be Vietnam Pro"/>
                  <a:cs typeface="Be Vietnam Pro"/>
                  <a:sym typeface="Be Vietnam Pro"/>
                </a:rPr>
                <a:t>Regression Model</a:t>
              </a:r>
              <a:endParaRPr b="1" sz="1400">
                <a:solidFill>
                  <a:srgbClr val="1E40AF"/>
                </a:solidFill>
                <a:latin typeface="Be Vietnam Pro"/>
                <a:ea typeface="Be Vietnam Pro"/>
                <a:cs typeface="Be Vietnam Pro"/>
                <a:sym typeface="Be Vietnam Pro"/>
              </a:endParaRPr>
            </a:p>
          </p:txBody>
        </p:sp>
        <p:sp>
          <p:nvSpPr>
            <p:cNvPr id="1433" name="Google Shape;1433;p149"/>
            <p:cNvSpPr/>
            <p:nvPr/>
          </p:nvSpPr>
          <p:spPr>
            <a:xfrm>
              <a:off x="4667250" y="4524375"/>
              <a:ext cx="3905400" cy="381000"/>
            </a:xfrm>
            <a:prstGeom prst="roundRect">
              <a:avLst>
                <a:gd fmla="val 10000" name="adj"/>
              </a:avLst>
            </a:prstGeom>
            <a:solidFill>
              <a:srgbClr val="FDF2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4" name="Google Shape;1434;p149"/>
            <p:cNvSpPr txBox="1"/>
            <p:nvPr/>
          </p:nvSpPr>
          <p:spPr>
            <a:xfrm>
              <a:off x="4667250" y="4524375"/>
              <a:ext cx="3905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9D174D"/>
                  </a:solidFill>
                  <a:latin typeface="Be Vietnam Pro"/>
                  <a:ea typeface="Be Vietnam Pro"/>
                  <a:cs typeface="Be Vietnam Pro"/>
                  <a:sym typeface="Be Vietnam Pro"/>
                </a:rPr>
                <a:t>Classification Model (Depression &gt; 10)</a:t>
              </a:r>
              <a:endParaRPr b="1" sz="1400">
                <a:solidFill>
                  <a:srgbClr val="9D174D"/>
                </a:solidFill>
                <a:latin typeface="Be Vietnam Pro"/>
                <a:ea typeface="Be Vietnam Pro"/>
                <a:cs typeface="Be Vietnam Pro"/>
                <a:sym typeface="Be Vietnam Pro"/>
              </a:endParaRPr>
            </a:p>
          </p:txBody>
        </p:sp>
      </p:grpSp>
      <p:pic>
        <p:nvPicPr>
          <p:cNvPr id="1435" name="Google Shape;1435;p149"/>
          <p:cNvPicPr preferRelativeResize="0"/>
          <p:nvPr/>
        </p:nvPicPr>
        <p:blipFill>
          <a:blip r:embed="rId3">
            <a:alphaModFix/>
          </a:blip>
          <a:stretch>
            <a:fillRect/>
          </a:stretch>
        </p:blipFill>
        <p:spPr>
          <a:xfrm>
            <a:off x="925850" y="948200"/>
            <a:ext cx="3096822" cy="3576176"/>
          </a:xfrm>
          <a:prstGeom prst="rect">
            <a:avLst/>
          </a:prstGeom>
          <a:noFill/>
          <a:ln>
            <a:noFill/>
          </a:ln>
        </p:spPr>
      </p:pic>
      <p:pic>
        <p:nvPicPr>
          <p:cNvPr id="1436" name="Google Shape;1436;p149"/>
          <p:cNvPicPr preferRelativeResize="0"/>
          <p:nvPr/>
        </p:nvPicPr>
        <p:blipFill>
          <a:blip r:embed="rId4">
            <a:alphaModFix/>
          </a:blip>
          <a:stretch>
            <a:fillRect/>
          </a:stretch>
        </p:blipFill>
        <p:spPr>
          <a:xfrm>
            <a:off x="5127400" y="946000"/>
            <a:ext cx="3096825" cy="35805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a:t>
            </a:r>
            <a:endParaRPr/>
          </a:p>
        </p:txBody>
      </p:sp>
      <p:grpSp>
        <p:nvGrpSpPr>
          <p:cNvPr id="1442" name="Google Shape;1442;p150"/>
          <p:cNvGrpSpPr/>
          <p:nvPr/>
        </p:nvGrpSpPr>
        <p:grpSpPr>
          <a:xfrm>
            <a:off x="714375" y="1333500"/>
            <a:ext cx="7715175" cy="2857500"/>
            <a:chOff x="714375" y="1333500"/>
            <a:chExt cx="7715175" cy="2857500"/>
          </a:xfrm>
        </p:grpSpPr>
        <p:sp>
          <p:nvSpPr>
            <p:cNvPr id="1443" name="Google Shape;1443;p150"/>
            <p:cNvSpPr/>
            <p:nvPr/>
          </p:nvSpPr>
          <p:spPr>
            <a:xfrm>
              <a:off x="714375" y="1333500"/>
              <a:ext cx="3762300" cy="1333500"/>
            </a:xfrm>
            <a:prstGeom prst="roundRect">
              <a:avLst>
                <a:gd fmla="val 10714" name="adj"/>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4" name="Google Shape;1444;p150"/>
            <p:cNvSpPr/>
            <p:nvPr/>
          </p:nvSpPr>
          <p:spPr>
            <a:xfrm>
              <a:off x="4667250" y="1333500"/>
              <a:ext cx="3762300" cy="1333500"/>
            </a:xfrm>
            <a:prstGeom prst="roundRect">
              <a:avLst>
                <a:gd fmla="val 10714" name="adj"/>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5" name="Google Shape;1445;p150"/>
            <p:cNvSpPr/>
            <p:nvPr/>
          </p:nvSpPr>
          <p:spPr>
            <a:xfrm>
              <a:off x="714375" y="2857500"/>
              <a:ext cx="3762300" cy="1333500"/>
            </a:xfrm>
            <a:prstGeom prst="roundRect">
              <a:avLst>
                <a:gd fmla="val 10714" name="adj"/>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6" name="Google Shape;1446;p150"/>
            <p:cNvSpPr/>
            <p:nvPr/>
          </p:nvSpPr>
          <p:spPr>
            <a:xfrm>
              <a:off x="4667250" y="2857500"/>
              <a:ext cx="3762300" cy="1333500"/>
            </a:xfrm>
            <a:prstGeom prst="roundRect">
              <a:avLst>
                <a:gd fmla="val 10714" name="adj"/>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47" name="Google Shape;1447;p150"/>
          <p:cNvSpPr txBox="1"/>
          <p:nvPr/>
        </p:nvSpPr>
        <p:spPr>
          <a:xfrm>
            <a:off x="809625" y="1428750"/>
            <a:ext cx="3571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342520"/>
                </a:solidFill>
                <a:latin typeface="Lato"/>
                <a:ea typeface="Lato"/>
                <a:cs typeface="Lato"/>
                <a:sym typeface="Lato"/>
              </a:rPr>
              <a:t>1. Only used Data from US 2017-2018</a:t>
            </a:r>
            <a:endParaRPr b="1" sz="1800">
              <a:solidFill>
                <a:srgbClr val="342520"/>
              </a:solidFill>
              <a:latin typeface="Lato"/>
              <a:ea typeface="Lato"/>
              <a:cs typeface="Lato"/>
              <a:sym typeface="Lato"/>
            </a:endParaRPr>
          </a:p>
        </p:txBody>
      </p:sp>
      <p:sp>
        <p:nvSpPr>
          <p:cNvPr id="1448" name="Google Shape;1448;p150"/>
          <p:cNvSpPr txBox="1"/>
          <p:nvPr/>
        </p:nvSpPr>
        <p:spPr>
          <a:xfrm>
            <a:off x="4762500" y="1428750"/>
            <a:ext cx="3571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342520"/>
                </a:solidFill>
                <a:latin typeface="Lato"/>
                <a:ea typeface="Lato"/>
                <a:cs typeface="Lato"/>
                <a:sym typeface="Lato"/>
              </a:rPr>
              <a:t>2. We selected predictor variables based on our hypotheses</a:t>
            </a:r>
            <a:endParaRPr b="1" sz="1800">
              <a:solidFill>
                <a:srgbClr val="342520"/>
              </a:solidFill>
              <a:latin typeface="Lato"/>
              <a:ea typeface="Lato"/>
              <a:cs typeface="Lato"/>
              <a:sym typeface="Lato"/>
            </a:endParaRPr>
          </a:p>
        </p:txBody>
      </p:sp>
      <p:sp>
        <p:nvSpPr>
          <p:cNvPr id="1449" name="Google Shape;1449;p150"/>
          <p:cNvSpPr txBox="1"/>
          <p:nvPr/>
        </p:nvSpPr>
        <p:spPr>
          <a:xfrm>
            <a:off x="809625" y="2952750"/>
            <a:ext cx="3571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342520"/>
                </a:solidFill>
                <a:latin typeface="Lato"/>
                <a:ea typeface="Lato"/>
                <a:cs typeface="Lato"/>
                <a:sym typeface="Lato"/>
              </a:rPr>
              <a:t>3. Depression Score is not Depression Diagnosis</a:t>
            </a:r>
            <a:endParaRPr b="1" sz="1800">
              <a:solidFill>
                <a:srgbClr val="342520"/>
              </a:solidFill>
              <a:latin typeface="Lato"/>
              <a:ea typeface="Lato"/>
              <a:cs typeface="Lato"/>
              <a:sym typeface="Lato"/>
            </a:endParaRPr>
          </a:p>
        </p:txBody>
      </p:sp>
      <p:sp>
        <p:nvSpPr>
          <p:cNvPr id="1450" name="Google Shape;1450;p150"/>
          <p:cNvSpPr txBox="1"/>
          <p:nvPr/>
        </p:nvSpPr>
        <p:spPr>
          <a:xfrm>
            <a:off x="4762500" y="2952750"/>
            <a:ext cx="3571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342520"/>
                </a:solidFill>
                <a:latin typeface="Lato"/>
                <a:ea typeface="Lato"/>
                <a:cs typeface="Lato"/>
                <a:sym typeface="Lato"/>
              </a:rPr>
              <a:t>4. Data we (necessarily) dropped may have changed relationships</a:t>
            </a:r>
            <a:endParaRPr b="1" sz="1800">
              <a:solidFill>
                <a:srgbClr val="34252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Conclusions and Future Work</a:t>
            </a:r>
            <a:endParaRPr/>
          </a:p>
        </p:txBody>
      </p:sp>
      <p:grpSp>
        <p:nvGrpSpPr>
          <p:cNvPr id="1456" name="Google Shape;1456;p151"/>
          <p:cNvGrpSpPr/>
          <p:nvPr/>
        </p:nvGrpSpPr>
        <p:grpSpPr>
          <a:xfrm>
            <a:off x="571500" y="1238250"/>
            <a:ext cx="8001000" cy="1428900"/>
            <a:chOff x="571500" y="1238250"/>
            <a:chExt cx="8001000" cy="1428900"/>
          </a:xfrm>
        </p:grpSpPr>
        <p:sp>
          <p:nvSpPr>
            <p:cNvPr id="1457" name="Google Shape;1457;p151"/>
            <p:cNvSpPr/>
            <p:nvPr/>
          </p:nvSpPr>
          <p:spPr>
            <a:xfrm>
              <a:off x="571500" y="1238250"/>
              <a:ext cx="8001000" cy="1428900"/>
            </a:xfrm>
            <a:prstGeom prst="roundRect">
              <a:avLst>
                <a:gd fmla="val 10000" name="adj"/>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8" name="Google Shape;1458;p151"/>
            <p:cNvSpPr txBox="1"/>
            <p:nvPr/>
          </p:nvSpPr>
          <p:spPr>
            <a:xfrm>
              <a:off x="809625" y="1725295"/>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700">
                  <a:solidFill>
                    <a:srgbClr val="00368C"/>
                  </a:solidFill>
                  <a:latin typeface="Material Icons"/>
                  <a:ea typeface="Material Icons"/>
                  <a:cs typeface="Material Icons"/>
                  <a:sym typeface="Material Icons"/>
                </a:rPr>
                <a:t>task_alt</a:t>
              </a:r>
              <a:endParaRPr sz="3700">
                <a:solidFill>
                  <a:srgbClr val="00368C"/>
                </a:solidFill>
                <a:latin typeface="Material Icons"/>
                <a:ea typeface="Material Icons"/>
                <a:cs typeface="Material Icons"/>
                <a:sym typeface="Material Icons"/>
              </a:endParaRPr>
            </a:p>
          </p:txBody>
        </p:sp>
        <p:sp>
          <p:nvSpPr>
            <p:cNvPr id="1459" name="Google Shape;1459;p151"/>
            <p:cNvSpPr txBox="1"/>
            <p:nvPr/>
          </p:nvSpPr>
          <p:spPr>
            <a:xfrm>
              <a:off x="1524000" y="1238250"/>
              <a:ext cx="68580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342520"/>
                  </a:solidFill>
                  <a:latin typeface="Be Vietnam Pro"/>
                  <a:ea typeface="Be Vietnam Pro"/>
                  <a:cs typeface="Be Vietnam Pro"/>
                  <a:sym typeface="Be Vietnam Pro"/>
                </a:rPr>
                <a:t>Conclusions</a:t>
              </a:r>
              <a:endParaRPr b="1" sz="1800">
                <a:solidFill>
                  <a:srgbClr val="342520"/>
                </a:solidFill>
                <a:latin typeface="Be Vietnam Pro"/>
                <a:ea typeface="Be Vietnam Pro"/>
                <a:cs typeface="Be Vietnam Pro"/>
                <a:sym typeface="Be Vietnam Pro"/>
              </a:endParaRPr>
            </a:p>
            <a:p>
              <a:pPr indent="-311150" lvl="0" marL="457200" rtl="0" algn="l">
                <a:spcBef>
                  <a:spcPts val="600"/>
                </a:spcBef>
                <a:spcAft>
                  <a:spcPts val="0"/>
                </a:spcAft>
                <a:buClr>
                  <a:srgbClr val="342520"/>
                </a:buClr>
                <a:buSzPts val="1300"/>
                <a:buFont typeface="Be Vietnam Pro"/>
                <a:buChar char="●"/>
              </a:pPr>
              <a:r>
                <a:rPr lang="en" sz="1300">
                  <a:solidFill>
                    <a:srgbClr val="342520"/>
                  </a:solidFill>
                  <a:latin typeface="Be Vietnam Pro"/>
                  <a:ea typeface="Be Vietnam Pro"/>
                  <a:cs typeface="Be Vietnam Pro"/>
                  <a:sym typeface="Be Vietnam Pro"/>
                </a:rPr>
                <a:t>EDA suggested possible correlations between predictors and depression score but our models had weak performance</a:t>
              </a:r>
              <a:endParaRPr sz="1300">
                <a:solidFill>
                  <a:srgbClr val="342520"/>
                </a:solidFill>
                <a:latin typeface="Be Vietnam Pro"/>
                <a:ea typeface="Be Vietnam Pro"/>
                <a:cs typeface="Be Vietnam Pro"/>
                <a:sym typeface="Be Vietnam Pro"/>
              </a:endParaRPr>
            </a:p>
            <a:p>
              <a:pPr indent="-311150" lvl="0" marL="457200" rtl="0" algn="l">
                <a:spcBef>
                  <a:spcPts val="375"/>
                </a:spcBef>
                <a:spcAft>
                  <a:spcPts val="0"/>
                </a:spcAft>
                <a:buClr>
                  <a:srgbClr val="342520"/>
                </a:buClr>
                <a:buSzPts val="1300"/>
                <a:buFont typeface="Be Vietnam Pro"/>
                <a:buChar char="●"/>
              </a:pPr>
              <a:r>
                <a:rPr lang="en" sz="1300">
                  <a:solidFill>
                    <a:srgbClr val="342520"/>
                  </a:solidFill>
                  <a:latin typeface="Be Vietnam Pro"/>
                  <a:ea typeface="Be Vietnam Pro"/>
                  <a:cs typeface="Be Vietnam Pro"/>
                  <a:sym typeface="Be Vietnam Pro"/>
                </a:rPr>
                <a:t>Our predictor variables were not strong enough on their own to predict depression score</a:t>
              </a:r>
              <a:endParaRPr sz="1300">
                <a:solidFill>
                  <a:srgbClr val="342520"/>
                </a:solidFill>
                <a:latin typeface="Be Vietnam Pro"/>
                <a:ea typeface="Be Vietnam Pro"/>
                <a:cs typeface="Be Vietnam Pro"/>
                <a:sym typeface="Be Vietnam Pro"/>
              </a:endParaRPr>
            </a:p>
          </p:txBody>
        </p:sp>
      </p:grpSp>
      <p:grpSp>
        <p:nvGrpSpPr>
          <p:cNvPr id="1460" name="Google Shape;1460;p151"/>
          <p:cNvGrpSpPr/>
          <p:nvPr/>
        </p:nvGrpSpPr>
        <p:grpSpPr>
          <a:xfrm>
            <a:off x="571500" y="2857500"/>
            <a:ext cx="8001000" cy="2000100"/>
            <a:chOff x="571500" y="2857500"/>
            <a:chExt cx="8001000" cy="2000100"/>
          </a:xfrm>
        </p:grpSpPr>
        <p:sp>
          <p:nvSpPr>
            <p:cNvPr id="1461" name="Google Shape;1461;p151"/>
            <p:cNvSpPr/>
            <p:nvPr/>
          </p:nvSpPr>
          <p:spPr>
            <a:xfrm>
              <a:off x="571500" y="2857500"/>
              <a:ext cx="8001000" cy="2000100"/>
            </a:xfrm>
            <a:prstGeom prst="roundRect">
              <a:avLst>
                <a:gd fmla="val 7142" name="adj"/>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2" name="Google Shape;1462;p151"/>
            <p:cNvSpPr txBox="1"/>
            <p:nvPr/>
          </p:nvSpPr>
          <p:spPr>
            <a:xfrm>
              <a:off x="809625" y="3630295"/>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700">
                  <a:solidFill>
                    <a:srgbClr val="4B7BC6"/>
                  </a:solidFill>
                  <a:latin typeface="Material Icons"/>
                  <a:ea typeface="Material Icons"/>
                  <a:cs typeface="Material Icons"/>
                  <a:sym typeface="Material Icons"/>
                </a:rPr>
                <a:t>update</a:t>
              </a:r>
              <a:endParaRPr sz="3700">
                <a:solidFill>
                  <a:srgbClr val="4B7BC6"/>
                </a:solidFill>
                <a:latin typeface="Material Icons"/>
                <a:ea typeface="Material Icons"/>
                <a:cs typeface="Material Icons"/>
                <a:sym typeface="Material Icons"/>
              </a:endParaRPr>
            </a:p>
          </p:txBody>
        </p:sp>
        <p:sp>
          <p:nvSpPr>
            <p:cNvPr id="1463" name="Google Shape;1463;p151"/>
            <p:cNvSpPr txBox="1"/>
            <p:nvPr/>
          </p:nvSpPr>
          <p:spPr>
            <a:xfrm>
              <a:off x="1524000" y="2857500"/>
              <a:ext cx="68580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342520"/>
                  </a:solidFill>
                  <a:latin typeface="Be Vietnam Pro"/>
                  <a:ea typeface="Be Vietnam Pro"/>
                  <a:cs typeface="Be Vietnam Pro"/>
                  <a:sym typeface="Be Vietnam Pro"/>
                </a:rPr>
                <a:t>Future Work</a:t>
              </a:r>
              <a:endParaRPr b="1" sz="1800">
                <a:solidFill>
                  <a:srgbClr val="342520"/>
                </a:solidFill>
                <a:latin typeface="Be Vietnam Pro"/>
                <a:ea typeface="Be Vietnam Pro"/>
                <a:cs typeface="Be Vietnam Pro"/>
                <a:sym typeface="Be Vietnam Pro"/>
              </a:endParaRPr>
            </a:p>
            <a:p>
              <a:pPr indent="-311150" lvl="0" marL="457200" rtl="0" algn="l">
                <a:spcBef>
                  <a:spcPts val="600"/>
                </a:spcBef>
                <a:spcAft>
                  <a:spcPts val="0"/>
                </a:spcAft>
                <a:buClr>
                  <a:srgbClr val="342520"/>
                </a:buClr>
                <a:buSzPts val="1300"/>
                <a:buFont typeface="Be Vietnam Pro"/>
                <a:buChar char="●"/>
              </a:pPr>
              <a:r>
                <a:rPr lang="en" sz="1300">
                  <a:solidFill>
                    <a:srgbClr val="342520"/>
                  </a:solidFill>
                  <a:latin typeface="Be Vietnam Pro"/>
                  <a:ea typeface="Be Vietnam Pro"/>
                  <a:cs typeface="Be Vietnam Pro"/>
                  <a:sym typeface="Be Vietnam Pro"/>
                </a:rPr>
                <a:t>How will our models perform with data from other years and other nations?</a:t>
              </a:r>
              <a:endParaRPr sz="1300">
                <a:solidFill>
                  <a:srgbClr val="342520"/>
                </a:solidFill>
                <a:latin typeface="Be Vietnam Pro"/>
                <a:ea typeface="Be Vietnam Pro"/>
                <a:cs typeface="Be Vietnam Pro"/>
                <a:sym typeface="Be Vietnam Pro"/>
              </a:endParaRPr>
            </a:p>
            <a:p>
              <a:pPr indent="-311150" lvl="0" marL="457200" rtl="0" algn="l">
                <a:spcBef>
                  <a:spcPts val="375"/>
                </a:spcBef>
                <a:spcAft>
                  <a:spcPts val="0"/>
                </a:spcAft>
                <a:buClr>
                  <a:srgbClr val="342520"/>
                </a:buClr>
                <a:buSzPts val="1300"/>
                <a:buFont typeface="Be Vietnam Pro"/>
                <a:buChar char="●"/>
              </a:pPr>
              <a:r>
                <a:rPr lang="en" sz="1300">
                  <a:solidFill>
                    <a:srgbClr val="342520"/>
                  </a:solidFill>
                  <a:latin typeface="Be Vietnam Pro"/>
                  <a:ea typeface="Be Vietnam Pro"/>
                  <a:cs typeface="Be Vietnam Pro"/>
                  <a:sym typeface="Be Vietnam Pro"/>
                </a:rPr>
                <a:t>Increase quantity and variety of predictor variables</a:t>
              </a:r>
              <a:endParaRPr sz="1300">
                <a:solidFill>
                  <a:srgbClr val="342520"/>
                </a:solidFill>
                <a:latin typeface="Be Vietnam Pro"/>
                <a:ea typeface="Be Vietnam Pro"/>
                <a:cs typeface="Be Vietnam Pro"/>
                <a:sym typeface="Be Vietnam Pro"/>
              </a:endParaRPr>
            </a:p>
            <a:p>
              <a:pPr indent="-311150" lvl="0" marL="457200" rtl="0" algn="l">
                <a:spcBef>
                  <a:spcPts val="375"/>
                </a:spcBef>
                <a:spcAft>
                  <a:spcPts val="0"/>
                </a:spcAft>
                <a:buClr>
                  <a:srgbClr val="342520"/>
                </a:buClr>
                <a:buSzPts val="1300"/>
                <a:buFont typeface="Be Vietnam Pro"/>
                <a:buChar char="●"/>
              </a:pPr>
              <a:r>
                <a:rPr lang="en" sz="1300">
                  <a:solidFill>
                    <a:srgbClr val="342520"/>
                  </a:solidFill>
                  <a:latin typeface="Be Vietnam Pro"/>
                  <a:ea typeface="Be Vietnam Pro"/>
                  <a:cs typeface="Be Vietnam Pro"/>
                  <a:sym typeface="Be Vietnam Pro"/>
                </a:rPr>
                <a:t>Compare depression score and another metric of depression? Are the same predictors relevant?</a:t>
              </a:r>
              <a:endParaRPr sz="1300">
                <a:solidFill>
                  <a:srgbClr val="342520"/>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grpSp>
        <p:nvGrpSpPr>
          <p:cNvPr id="1468" name="Google Shape;1468;p152"/>
          <p:cNvGrpSpPr/>
          <p:nvPr/>
        </p:nvGrpSpPr>
        <p:grpSpPr>
          <a:xfrm>
            <a:off x="-77636" y="694000"/>
            <a:ext cx="2105035" cy="4582844"/>
            <a:chOff x="-77636" y="694000"/>
            <a:chExt cx="2105035" cy="4582844"/>
          </a:xfrm>
        </p:grpSpPr>
        <p:sp>
          <p:nvSpPr>
            <p:cNvPr id="1469" name="Google Shape;1469;p152"/>
            <p:cNvSpPr/>
            <p:nvPr/>
          </p:nvSpPr>
          <p:spPr>
            <a:xfrm flipH="1">
              <a:off x="-77636" y="694000"/>
              <a:ext cx="2105035" cy="4582844"/>
            </a:xfrm>
            <a:custGeom>
              <a:rect b="b" l="l" r="r" t="t"/>
              <a:pathLst>
                <a:path extrusionOk="0" h="17515" w="8045">
                  <a:moveTo>
                    <a:pt x="8045" y="1"/>
                  </a:moveTo>
                  <a:cubicBezTo>
                    <a:pt x="7286" y="569"/>
                    <a:pt x="6512" y="1116"/>
                    <a:pt x="5746" y="1670"/>
                  </a:cubicBezTo>
                  <a:cubicBezTo>
                    <a:pt x="4757" y="2393"/>
                    <a:pt x="3818" y="3091"/>
                    <a:pt x="2907" y="3922"/>
                  </a:cubicBezTo>
                  <a:cubicBezTo>
                    <a:pt x="2065" y="4692"/>
                    <a:pt x="1328" y="5484"/>
                    <a:pt x="774" y="6451"/>
                  </a:cubicBezTo>
                  <a:cubicBezTo>
                    <a:pt x="501" y="6926"/>
                    <a:pt x="335" y="7307"/>
                    <a:pt x="187" y="7837"/>
                  </a:cubicBezTo>
                  <a:cubicBezTo>
                    <a:pt x="152" y="7970"/>
                    <a:pt x="119" y="8103"/>
                    <a:pt x="94" y="8239"/>
                  </a:cubicBezTo>
                  <a:cubicBezTo>
                    <a:pt x="84" y="8300"/>
                    <a:pt x="72" y="8365"/>
                    <a:pt x="62" y="8426"/>
                  </a:cubicBezTo>
                  <a:cubicBezTo>
                    <a:pt x="58" y="8452"/>
                    <a:pt x="54" y="8477"/>
                    <a:pt x="51" y="8502"/>
                  </a:cubicBezTo>
                  <a:cubicBezTo>
                    <a:pt x="47" y="8513"/>
                    <a:pt x="44" y="8556"/>
                    <a:pt x="44" y="8559"/>
                  </a:cubicBezTo>
                  <a:cubicBezTo>
                    <a:pt x="11" y="8833"/>
                    <a:pt x="1" y="9110"/>
                    <a:pt x="11" y="9383"/>
                  </a:cubicBezTo>
                  <a:cubicBezTo>
                    <a:pt x="29" y="9956"/>
                    <a:pt x="137" y="10488"/>
                    <a:pt x="325" y="11063"/>
                  </a:cubicBezTo>
                  <a:cubicBezTo>
                    <a:pt x="533" y="11704"/>
                    <a:pt x="839" y="12312"/>
                    <a:pt x="1202" y="12884"/>
                  </a:cubicBezTo>
                  <a:cubicBezTo>
                    <a:pt x="2652" y="15168"/>
                    <a:pt x="5092" y="16694"/>
                    <a:pt x="7671" y="17417"/>
                  </a:cubicBezTo>
                  <a:cubicBezTo>
                    <a:pt x="7793" y="17453"/>
                    <a:pt x="7919" y="17481"/>
                    <a:pt x="8045" y="17514"/>
                  </a:cubicBezTo>
                  <a:lnTo>
                    <a:pt x="80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52"/>
            <p:cNvSpPr/>
            <p:nvPr/>
          </p:nvSpPr>
          <p:spPr>
            <a:xfrm>
              <a:off x="934200" y="4530750"/>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1" name="Google Shape;1471;p152"/>
          <p:cNvSpPr txBox="1"/>
          <p:nvPr>
            <p:ph type="title"/>
          </p:nvPr>
        </p:nvSpPr>
        <p:spPr>
          <a:xfrm>
            <a:off x="3971525" y="694000"/>
            <a:ext cx="4459500" cy="9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Thanks!</a:t>
            </a:r>
            <a:endParaRPr/>
          </a:p>
        </p:txBody>
      </p:sp>
      <p:sp>
        <p:nvSpPr>
          <p:cNvPr id="1472" name="Google Shape;1472;p152"/>
          <p:cNvSpPr txBox="1"/>
          <p:nvPr>
            <p:ph idx="1" type="subTitle"/>
          </p:nvPr>
        </p:nvSpPr>
        <p:spPr>
          <a:xfrm>
            <a:off x="3971525" y="1694148"/>
            <a:ext cx="4459500" cy="1203300"/>
          </a:xfrm>
          <a:prstGeom prst="rect">
            <a:avLst/>
          </a:prstGeom>
        </p:spPr>
        <p:txBody>
          <a:bodyPr anchorCtr="0" anchor="ctr" bIns="91425" lIns="91425" spcFirstLastPara="1" rIns="91425" wrap="square" tIns="91425">
            <a:noAutofit/>
          </a:bodyPr>
          <a:lstStyle/>
          <a:p>
            <a:pPr indent="0" lvl="0" marL="0" rtl="0" algn="r">
              <a:spcBef>
                <a:spcPts val="0"/>
              </a:spcBef>
              <a:spcAft>
                <a:spcPts val="1000"/>
              </a:spcAft>
              <a:buNone/>
            </a:pPr>
            <a:r>
              <a:rPr b="1" lang="en" sz="1600"/>
              <a:t>What questions do you have?</a:t>
            </a:r>
            <a:endParaRPr/>
          </a:p>
        </p:txBody>
      </p:sp>
      <p:grpSp>
        <p:nvGrpSpPr>
          <p:cNvPr id="1473" name="Google Shape;1473;p152"/>
          <p:cNvGrpSpPr/>
          <p:nvPr/>
        </p:nvGrpSpPr>
        <p:grpSpPr>
          <a:xfrm>
            <a:off x="-456998" y="576802"/>
            <a:ext cx="3630404" cy="3908289"/>
            <a:chOff x="-456998" y="576802"/>
            <a:chExt cx="3630404" cy="3908289"/>
          </a:xfrm>
        </p:grpSpPr>
        <p:grpSp>
          <p:nvGrpSpPr>
            <p:cNvPr id="1474" name="Google Shape;1474;p152"/>
            <p:cNvGrpSpPr/>
            <p:nvPr/>
          </p:nvGrpSpPr>
          <p:grpSpPr>
            <a:xfrm>
              <a:off x="1062892" y="1694251"/>
              <a:ext cx="1784637" cy="1673546"/>
              <a:chOff x="4853900" y="2248400"/>
              <a:chExt cx="503225" cy="471900"/>
            </a:xfrm>
          </p:grpSpPr>
          <p:sp>
            <p:nvSpPr>
              <p:cNvPr id="1475" name="Google Shape;1475;p152"/>
              <p:cNvSpPr/>
              <p:nvPr/>
            </p:nvSpPr>
            <p:spPr>
              <a:xfrm>
                <a:off x="4940950" y="2248400"/>
                <a:ext cx="156525" cy="471900"/>
              </a:xfrm>
              <a:custGeom>
                <a:rect b="b" l="l" r="r" t="t"/>
                <a:pathLst>
                  <a:path extrusionOk="0" fill="none" h="18876" w="6261">
                    <a:moveTo>
                      <a:pt x="3655" y="3581"/>
                    </a:moveTo>
                    <a:cubicBezTo>
                      <a:pt x="4882" y="4006"/>
                      <a:pt x="4559" y="6211"/>
                      <a:pt x="2403" y="5934"/>
                    </a:cubicBezTo>
                    <a:cubicBezTo>
                      <a:pt x="253" y="5660"/>
                      <a:pt x="1" y="2153"/>
                      <a:pt x="2403" y="1077"/>
                    </a:cubicBezTo>
                    <a:cubicBezTo>
                      <a:pt x="4811" y="1"/>
                      <a:pt x="6260" y="1678"/>
                      <a:pt x="6260" y="1678"/>
                    </a:cubicBezTo>
                    <a:lnTo>
                      <a:pt x="6260" y="17529"/>
                    </a:lnTo>
                    <a:cubicBezTo>
                      <a:pt x="6260" y="17529"/>
                      <a:pt x="4490" y="18875"/>
                      <a:pt x="2670" y="17799"/>
                    </a:cubicBezTo>
                    <a:cubicBezTo>
                      <a:pt x="2670" y="17799"/>
                      <a:pt x="1493" y="17097"/>
                      <a:pt x="1645" y="15702"/>
                    </a:cubicBezTo>
                    <a:cubicBezTo>
                      <a:pt x="1796" y="14309"/>
                      <a:pt x="3476" y="14414"/>
                      <a:pt x="3476" y="15410"/>
                    </a:cubicBezTo>
                    <a:cubicBezTo>
                      <a:pt x="3476" y="16263"/>
                      <a:pt x="2505" y="15996"/>
                      <a:pt x="2505" y="1599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52"/>
              <p:cNvSpPr/>
              <p:nvPr/>
            </p:nvSpPr>
            <p:spPr>
              <a:xfrm>
                <a:off x="4853900" y="2328900"/>
                <a:ext cx="104425" cy="143575"/>
              </a:xfrm>
              <a:custGeom>
                <a:rect b="b" l="l" r="r" t="t"/>
                <a:pathLst>
                  <a:path extrusionOk="0" fill="none" h="5743" w="4177">
                    <a:moveTo>
                      <a:pt x="4177" y="502"/>
                    </a:moveTo>
                    <a:cubicBezTo>
                      <a:pt x="4177" y="502"/>
                      <a:pt x="2345" y="1"/>
                      <a:pt x="1263" y="1523"/>
                    </a:cubicBezTo>
                    <a:cubicBezTo>
                      <a:pt x="0" y="3286"/>
                      <a:pt x="1043" y="5743"/>
                      <a:pt x="2831" y="572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52"/>
              <p:cNvSpPr/>
              <p:nvPr/>
            </p:nvSpPr>
            <p:spPr>
              <a:xfrm>
                <a:off x="4887150" y="2544325"/>
                <a:ext cx="94675" cy="117575"/>
              </a:xfrm>
              <a:custGeom>
                <a:rect b="b" l="l" r="r" t="t"/>
                <a:pathLst>
                  <a:path extrusionOk="0" fill="none" h="4703" w="3787">
                    <a:moveTo>
                      <a:pt x="3786" y="4239"/>
                    </a:moveTo>
                    <a:cubicBezTo>
                      <a:pt x="3786" y="4239"/>
                      <a:pt x="1814" y="4702"/>
                      <a:pt x="818" y="3321"/>
                    </a:cubicBezTo>
                    <a:cubicBezTo>
                      <a:pt x="1" y="2192"/>
                      <a:pt x="465" y="1"/>
                      <a:pt x="2451" y="16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52"/>
              <p:cNvSpPr/>
              <p:nvPr/>
            </p:nvSpPr>
            <p:spPr>
              <a:xfrm>
                <a:off x="4872425" y="2462400"/>
                <a:ext cx="39325" cy="97950"/>
              </a:xfrm>
              <a:custGeom>
                <a:rect b="b" l="l" r="r" t="t"/>
                <a:pathLst>
                  <a:path extrusionOk="0" fill="none" h="3918" w="1573">
                    <a:moveTo>
                      <a:pt x="935" y="0"/>
                    </a:moveTo>
                    <a:cubicBezTo>
                      <a:pt x="935" y="0"/>
                      <a:pt x="0" y="640"/>
                      <a:pt x="111" y="2159"/>
                    </a:cubicBezTo>
                    <a:cubicBezTo>
                      <a:pt x="223" y="3713"/>
                      <a:pt x="1572" y="3918"/>
                      <a:pt x="1572" y="391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52"/>
              <p:cNvSpPr/>
              <p:nvPr/>
            </p:nvSpPr>
            <p:spPr>
              <a:xfrm>
                <a:off x="4995100" y="2456175"/>
                <a:ext cx="63425" cy="46450"/>
              </a:xfrm>
              <a:custGeom>
                <a:rect b="b" l="l" r="r" t="t"/>
                <a:pathLst>
                  <a:path extrusionOk="0" fill="none" h="1858" w="2537">
                    <a:moveTo>
                      <a:pt x="0" y="1282"/>
                    </a:moveTo>
                    <a:cubicBezTo>
                      <a:pt x="0" y="1282"/>
                      <a:pt x="1903" y="1857"/>
                      <a:pt x="2537"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52"/>
              <p:cNvSpPr/>
              <p:nvPr/>
            </p:nvSpPr>
            <p:spPr>
              <a:xfrm>
                <a:off x="5034475" y="2485400"/>
                <a:ext cx="40875" cy="67325"/>
              </a:xfrm>
              <a:custGeom>
                <a:rect b="b" l="l" r="r" t="t"/>
                <a:pathLst>
                  <a:path extrusionOk="0" fill="none" h="2693" w="1635">
                    <a:moveTo>
                      <a:pt x="1" y="1"/>
                    </a:moveTo>
                    <a:cubicBezTo>
                      <a:pt x="1" y="1"/>
                      <a:pt x="1634" y="761"/>
                      <a:pt x="814" y="2692"/>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52"/>
              <p:cNvSpPr/>
              <p:nvPr/>
            </p:nvSpPr>
            <p:spPr>
              <a:xfrm>
                <a:off x="5113650" y="2248400"/>
                <a:ext cx="156525" cy="471900"/>
              </a:xfrm>
              <a:custGeom>
                <a:rect b="b" l="l" r="r" t="t"/>
                <a:pathLst>
                  <a:path extrusionOk="0" fill="none" h="18876" w="6261">
                    <a:moveTo>
                      <a:pt x="2601" y="3581"/>
                    </a:moveTo>
                    <a:cubicBezTo>
                      <a:pt x="1375" y="4006"/>
                      <a:pt x="1702" y="6211"/>
                      <a:pt x="3853" y="5934"/>
                    </a:cubicBezTo>
                    <a:cubicBezTo>
                      <a:pt x="6008" y="5660"/>
                      <a:pt x="6260" y="2153"/>
                      <a:pt x="3853" y="1077"/>
                    </a:cubicBezTo>
                    <a:cubicBezTo>
                      <a:pt x="1450" y="1"/>
                      <a:pt x="0" y="1678"/>
                      <a:pt x="0" y="1678"/>
                    </a:cubicBezTo>
                    <a:lnTo>
                      <a:pt x="0" y="17529"/>
                    </a:lnTo>
                    <a:cubicBezTo>
                      <a:pt x="0" y="17529"/>
                      <a:pt x="1767" y="18875"/>
                      <a:pt x="3587" y="17799"/>
                    </a:cubicBezTo>
                    <a:cubicBezTo>
                      <a:pt x="3587" y="17799"/>
                      <a:pt x="4764" y="17097"/>
                      <a:pt x="4616" y="15702"/>
                    </a:cubicBezTo>
                    <a:cubicBezTo>
                      <a:pt x="4465" y="14309"/>
                      <a:pt x="2781" y="14414"/>
                      <a:pt x="2781" y="15410"/>
                    </a:cubicBezTo>
                    <a:cubicBezTo>
                      <a:pt x="2781" y="16263"/>
                      <a:pt x="3756" y="15996"/>
                      <a:pt x="3756" y="1599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52"/>
              <p:cNvSpPr/>
              <p:nvPr/>
            </p:nvSpPr>
            <p:spPr>
              <a:xfrm>
                <a:off x="5252775" y="2328900"/>
                <a:ext cx="104350" cy="143575"/>
              </a:xfrm>
              <a:custGeom>
                <a:rect b="b" l="l" r="r" t="t"/>
                <a:pathLst>
                  <a:path extrusionOk="0" fill="none" h="5743" w="4174">
                    <a:moveTo>
                      <a:pt x="1" y="502"/>
                    </a:moveTo>
                    <a:cubicBezTo>
                      <a:pt x="1" y="502"/>
                      <a:pt x="1828" y="1"/>
                      <a:pt x="2915" y="1523"/>
                    </a:cubicBezTo>
                    <a:cubicBezTo>
                      <a:pt x="4174" y="3286"/>
                      <a:pt x="3131" y="5743"/>
                      <a:pt x="1346" y="5729"/>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52"/>
              <p:cNvSpPr/>
              <p:nvPr/>
            </p:nvSpPr>
            <p:spPr>
              <a:xfrm>
                <a:off x="5229200" y="2544325"/>
                <a:ext cx="94750" cy="117575"/>
              </a:xfrm>
              <a:custGeom>
                <a:rect b="b" l="l" r="r" t="t"/>
                <a:pathLst>
                  <a:path extrusionOk="0" fill="none" h="4703" w="3790">
                    <a:moveTo>
                      <a:pt x="1" y="4239"/>
                    </a:moveTo>
                    <a:cubicBezTo>
                      <a:pt x="1" y="4239"/>
                      <a:pt x="1977" y="4702"/>
                      <a:pt x="2973" y="3321"/>
                    </a:cubicBezTo>
                    <a:cubicBezTo>
                      <a:pt x="3790" y="2192"/>
                      <a:pt x="3322" y="1"/>
                      <a:pt x="1336" y="166"/>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52"/>
              <p:cNvSpPr/>
              <p:nvPr/>
            </p:nvSpPr>
            <p:spPr>
              <a:xfrm>
                <a:off x="5299375" y="2462400"/>
                <a:ext cx="39250" cy="97950"/>
              </a:xfrm>
              <a:custGeom>
                <a:rect b="b" l="l" r="r" t="t"/>
                <a:pathLst>
                  <a:path extrusionOk="0" fill="none" h="3918" w="1570">
                    <a:moveTo>
                      <a:pt x="637" y="0"/>
                    </a:moveTo>
                    <a:cubicBezTo>
                      <a:pt x="637" y="0"/>
                      <a:pt x="1569" y="640"/>
                      <a:pt x="1461" y="2159"/>
                    </a:cubicBezTo>
                    <a:cubicBezTo>
                      <a:pt x="1345" y="3713"/>
                      <a:pt x="0" y="3918"/>
                      <a:pt x="0" y="391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52"/>
              <p:cNvSpPr/>
              <p:nvPr/>
            </p:nvSpPr>
            <p:spPr>
              <a:xfrm>
                <a:off x="5152500" y="2456175"/>
                <a:ext cx="63425" cy="46450"/>
              </a:xfrm>
              <a:custGeom>
                <a:rect b="b" l="l" r="r" t="t"/>
                <a:pathLst>
                  <a:path extrusionOk="0" fill="none" h="1858" w="2537">
                    <a:moveTo>
                      <a:pt x="2536" y="1282"/>
                    </a:moveTo>
                    <a:cubicBezTo>
                      <a:pt x="2536" y="1282"/>
                      <a:pt x="633" y="1857"/>
                      <a:pt x="0" y="1"/>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52"/>
              <p:cNvSpPr/>
              <p:nvPr/>
            </p:nvSpPr>
            <p:spPr>
              <a:xfrm>
                <a:off x="5135775" y="2485400"/>
                <a:ext cx="40850" cy="67325"/>
              </a:xfrm>
              <a:custGeom>
                <a:rect b="b" l="l" r="r" t="t"/>
                <a:pathLst>
                  <a:path extrusionOk="0" fill="none" h="2693" w="1634">
                    <a:moveTo>
                      <a:pt x="1634" y="1"/>
                    </a:moveTo>
                    <a:cubicBezTo>
                      <a:pt x="1634" y="1"/>
                      <a:pt x="0" y="761"/>
                      <a:pt x="820" y="2692"/>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7" name="Google Shape;1487;p152"/>
            <p:cNvGrpSpPr/>
            <p:nvPr/>
          </p:nvGrpSpPr>
          <p:grpSpPr>
            <a:xfrm flipH="1">
              <a:off x="-456998" y="576802"/>
              <a:ext cx="3630404" cy="1179339"/>
              <a:chOff x="5363575" y="1526000"/>
              <a:chExt cx="627750" cy="203925"/>
            </a:xfrm>
          </p:grpSpPr>
          <p:sp>
            <p:nvSpPr>
              <p:cNvPr id="1488" name="Google Shape;1488;p152"/>
              <p:cNvSpPr/>
              <p:nvPr/>
            </p:nvSpPr>
            <p:spPr>
              <a:xfrm>
                <a:off x="5489500" y="1635900"/>
                <a:ext cx="481675" cy="94025"/>
              </a:xfrm>
              <a:custGeom>
                <a:rect b="b" l="l" r="r" t="t"/>
                <a:pathLst>
                  <a:path extrusionOk="0" fill="none" h="3761" w="19267">
                    <a:moveTo>
                      <a:pt x="19266" y="1508"/>
                    </a:moveTo>
                    <a:cubicBezTo>
                      <a:pt x="19266" y="1508"/>
                      <a:pt x="12172" y="648"/>
                      <a:pt x="11071" y="1163"/>
                    </a:cubicBezTo>
                    <a:cubicBezTo>
                      <a:pt x="9970" y="1681"/>
                      <a:pt x="7441" y="3760"/>
                      <a:pt x="5315" y="2775"/>
                    </a:cubicBezTo>
                    <a:cubicBezTo>
                      <a:pt x="3188" y="1789"/>
                      <a:pt x="1023" y="1868"/>
                      <a:pt x="533" y="1839"/>
                    </a:cubicBezTo>
                    <a:cubicBezTo>
                      <a:pt x="40" y="1810"/>
                      <a:pt x="0" y="868"/>
                      <a:pt x="1544" y="738"/>
                    </a:cubicBezTo>
                    <a:cubicBezTo>
                      <a:pt x="3087" y="609"/>
                      <a:pt x="5001" y="638"/>
                      <a:pt x="5001" y="638"/>
                    </a:cubicBezTo>
                    <a:cubicBezTo>
                      <a:pt x="5001" y="638"/>
                      <a:pt x="6941" y="1"/>
                      <a:pt x="7642" y="9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52"/>
              <p:cNvSpPr/>
              <p:nvPr/>
            </p:nvSpPr>
            <p:spPr>
              <a:xfrm>
                <a:off x="5542375" y="1606775"/>
                <a:ext cx="92775" cy="38950"/>
              </a:xfrm>
              <a:custGeom>
                <a:rect b="b" l="l" r="r" t="t"/>
                <a:pathLst>
                  <a:path extrusionOk="0" fill="none" h="1558" w="3711">
                    <a:moveTo>
                      <a:pt x="3710" y="1558"/>
                    </a:moveTo>
                    <a:cubicBezTo>
                      <a:pt x="3710" y="1558"/>
                      <a:pt x="1012" y="817"/>
                      <a:pt x="1"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52"/>
              <p:cNvSpPr/>
              <p:nvPr/>
            </p:nvSpPr>
            <p:spPr>
              <a:xfrm>
                <a:off x="5495975" y="1604975"/>
                <a:ext cx="53825" cy="4800"/>
              </a:xfrm>
              <a:custGeom>
                <a:rect b="b" l="l" r="r" t="t"/>
                <a:pathLst>
                  <a:path extrusionOk="0" fill="none" h="192" w="2153">
                    <a:moveTo>
                      <a:pt x="2152" y="32"/>
                    </a:moveTo>
                    <a:cubicBezTo>
                      <a:pt x="2152" y="32"/>
                      <a:pt x="1001" y="191"/>
                      <a:pt x="0"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52"/>
              <p:cNvSpPr/>
              <p:nvPr/>
            </p:nvSpPr>
            <p:spPr>
              <a:xfrm>
                <a:off x="5363575" y="1526000"/>
                <a:ext cx="627750" cy="151675"/>
              </a:xfrm>
              <a:custGeom>
                <a:rect b="b" l="l" r="r" t="t"/>
                <a:pathLst>
                  <a:path extrusionOk="0" fill="none" h="6067" w="25110">
                    <a:moveTo>
                      <a:pt x="5404" y="3048"/>
                    </a:moveTo>
                    <a:cubicBezTo>
                      <a:pt x="5404" y="3048"/>
                      <a:pt x="4027" y="4069"/>
                      <a:pt x="3239" y="4275"/>
                    </a:cubicBezTo>
                    <a:cubicBezTo>
                      <a:pt x="3239" y="4275"/>
                      <a:pt x="1170" y="6067"/>
                      <a:pt x="1" y="5084"/>
                    </a:cubicBezTo>
                    <a:cubicBezTo>
                      <a:pt x="1" y="5084"/>
                      <a:pt x="4340" y="1464"/>
                      <a:pt x="6869" y="623"/>
                    </a:cubicBezTo>
                    <a:cubicBezTo>
                      <a:pt x="6869" y="623"/>
                      <a:pt x="7516" y="281"/>
                      <a:pt x="8448" y="529"/>
                    </a:cubicBezTo>
                    <a:cubicBezTo>
                      <a:pt x="9381" y="778"/>
                      <a:pt x="15367" y="1645"/>
                      <a:pt x="15367" y="1645"/>
                    </a:cubicBezTo>
                    <a:lnTo>
                      <a:pt x="25109" y="1"/>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52"/>
              <p:cNvSpPr/>
              <p:nvPr/>
            </p:nvSpPr>
            <p:spPr>
              <a:xfrm>
                <a:off x="5509750" y="1620175"/>
                <a:ext cx="55150" cy="38150"/>
              </a:xfrm>
              <a:custGeom>
                <a:rect b="b" l="l" r="r" t="t"/>
                <a:pathLst>
                  <a:path extrusionOk="0" fill="none" h="1526" w="2206">
                    <a:moveTo>
                      <a:pt x="2206" y="0"/>
                    </a:moveTo>
                    <a:lnTo>
                      <a:pt x="0" y="1526"/>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52"/>
              <p:cNvSpPr/>
              <p:nvPr/>
            </p:nvSpPr>
            <p:spPr>
              <a:xfrm>
                <a:off x="5395350" y="1607050"/>
                <a:ext cx="118375" cy="119550"/>
              </a:xfrm>
              <a:custGeom>
                <a:rect b="b" l="l" r="r" t="t"/>
                <a:pathLst>
                  <a:path extrusionOk="0" fill="none" h="4782" w="4735">
                    <a:moveTo>
                      <a:pt x="3993" y="2666"/>
                    </a:moveTo>
                    <a:lnTo>
                      <a:pt x="1597" y="4191"/>
                    </a:lnTo>
                    <a:cubicBezTo>
                      <a:pt x="1597" y="4191"/>
                      <a:pt x="759" y="4781"/>
                      <a:pt x="0" y="4331"/>
                    </a:cubicBezTo>
                    <a:cubicBezTo>
                      <a:pt x="0" y="4331"/>
                      <a:pt x="2090" y="2177"/>
                      <a:pt x="2986" y="1428"/>
                    </a:cubicBezTo>
                    <a:cubicBezTo>
                      <a:pt x="3982" y="597"/>
                      <a:pt x="4734" y="0"/>
                      <a:pt x="4734"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52"/>
              <p:cNvSpPr/>
              <p:nvPr/>
            </p:nvSpPr>
            <p:spPr>
              <a:xfrm>
                <a:off x="5564875" y="1633300"/>
                <a:ext cx="31875" cy="19100"/>
              </a:xfrm>
              <a:custGeom>
                <a:rect b="b" l="l" r="r" t="t"/>
                <a:pathLst>
                  <a:path extrusionOk="0" fill="none" h="764" w="1275">
                    <a:moveTo>
                      <a:pt x="1274" y="0"/>
                    </a:moveTo>
                    <a:lnTo>
                      <a:pt x="1" y="763"/>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52"/>
              <p:cNvSpPr/>
              <p:nvPr/>
            </p:nvSpPr>
            <p:spPr>
              <a:xfrm>
                <a:off x="5439125" y="1682950"/>
                <a:ext cx="90325" cy="38775"/>
              </a:xfrm>
              <a:custGeom>
                <a:rect b="b" l="l" r="r" t="t"/>
                <a:pathLst>
                  <a:path extrusionOk="0" fill="none" h="1551" w="3613">
                    <a:moveTo>
                      <a:pt x="3613" y="0"/>
                    </a:moveTo>
                    <a:cubicBezTo>
                      <a:pt x="3613" y="0"/>
                      <a:pt x="1185" y="1335"/>
                      <a:pt x="728" y="1433"/>
                    </a:cubicBezTo>
                    <a:cubicBezTo>
                      <a:pt x="159" y="1551"/>
                      <a:pt x="1" y="1170"/>
                      <a:pt x="80" y="100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52"/>
              <p:cNvSpPr/>
              <p:nvPr/>
            </p:nvSpPr>
            <p:spPr>
              <a:xfrm>
                <a:off x="5483550" y="1688975"/>
                <a:ext cx="89825" cy="32750"/>
              </a:xfrm>
              <a:custGeom>
                <a:rect b="b" l="l" r="r" t="t"/>
                <a:pathLst>
                  <a:path extrusionOk="0" fill="none" h="1310" w="3593">
                    <a:moveTo>
                      <a:pt x="3592" y="1"/>
                    </a:moveTo>
                    <a:cubicBezTo>
                      <a:pt x="3592" y="1"/>
                      <a:pt x="1559" y="1076"/>
                      <a:pt x="804" y="1195"/>
                    </a:cubicBezTo>
                    <a:cubicBezTo>
                      <a:pt x="77" y="1310"/>
                      <a:pt x="1" y="727"/>
                      <a:pt x="1" y="727"/>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7" name="Google Shape;1497;p152"/>
            <p:cNvGrpSpPr/>
            <p:nvPr/>
          </p:nvGrpSpPr>
          <p:grpSpPr>
            <a:xfrm rot="10800000">
              <a:off x="-456998" y="3305752"/>
              <a:ext cx="3630404" cy="1179339"/>
              <a:chOff x="5363575" y="1526000"/>
              <a:chExt cx="627750" cy="203925"/>
            </a:xfrm>
          </p:grpSpPr>
          <p:sp>
            <p:nvSpPr>
              <p:cNvPr id="1498" name="Google Shape;1498;p152"/>
              <p:cNvSpPr/>
              <p:nvPr/>
            </p:nvSpPr>
            <p:spPr>
              <a:xfrm>
                <a:off x="5489500" y="1635900"/>
                <a:ext cx="481675" cy="94025"/>
              </a:xfrm>
              <a:custGeom>
                <a:rect b="b" l="l" r="r" t="t"/>
                <a:pathLst>
                  <a:path extrusionOk="0" fill="none" h="3761" w="19267">
                    <a:moveTo>
                      <a:pt x="19266" y="1508"/>
                    </a:moveTo>
                    <a:cubicBezTo>
                      <a:pt x="19266" y="1508"/>
                      <a:pt x="12172" y="648"/>
                      <a:pt x="11071" y="1163"/>
                    </a:cubicBezTo>
                    <a:cubicBezTo>
                      <a:pt x="9970" y="1681"/>
                      <a:pt x="7441" y="3760"/>
                      <a:pt x="5315" y="2775"/>
                    </a:cubicBezTo>
                    <a:cubicBezTo>
                      <a:pt x="3188" y="1789"/>
                      <a:pt x="1023" y="1868"/>
                      <a:pt x="533" y="1839"/>
                    </a:cubicBezTo>
                    <a:cubicBezTo>
                      <a:pt x="40" y="1810"/>
                      <a:pt x="0" y="868"/>
                      <a:pt x="1544" y="738"/>
                    </a:cubicBezTo>
                    <a:cubicBezTo>
                      <a:pt x="3087" y="609"/>
                      <a:pt x="5001" y="638"/>
                      <a:pt x="5001" y="638"/>
                    </a:cubicBezTo>
                    <a:cubicBezTo>
                      <a:pt x="5001" y="638"/>
                      <a:pt x="6941" y="1"/>
                      <a:pt x="7642" y="9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52"/>
              <p:cNvSpPr/>
              <p:nvPr/>
            </p:nvSpPr>
            <p:spPr>
              <a:xfrm>
                <a:off x="5542375" y="1606775"/>
                <a:ext cx="92775" cy="38950"/>
              </a:xfrm>
              <a:custGeom>
                <a:rect b="b" l="l" r="r" t="t"/>
                <a:pathLst>
                  <a:path extrusionOk="0" fill="none" h="1558" w="3711">
                    <a:moveTo>
                      <a:pt x="3710" y="1558"/>
                    </a:moveTo>
                    <a:cubicBezTo>
                      <a:pt x="3710" y="1558"/>
                      <a:pt x="1012" y="817"/>
                      <a:pt x="1"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52"/>
              <p:cNvSpPr/>
              <p:nvPr/>
            </p:nvSpPr>
            <p:spPr>
              <a:xfrm>
                <a:off x="5495975" y="1604975"/>
                <a:ext cx="53825" cy="4800"/>
              </a:xfrm>
              <a:custGeom>
                <a:rect b="b" l="l" r="r" t="t"/>
                <a:pathLst>
                  <a:path extrusionOk="0" fill="none" h="192" w="2153">
                    <a:moveTo>
                      <a:pt x="2152" y="32"/>
                    </a:moveTo>
                    <a:cubicBezTo>
                      <a:pt x="2152" y="32"/>
                      <a:pt x="1001" y="191"/>
                      <a:pt x="0"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52"/>
              <p:cNvSpPr/>
              <p:nvPr/>
            </p:nvSpPr>
            <p:spPr>
              <a:xfrm>
                <a:off x="5363575" y="1526000"/>
                <a:ext cx="627750" cy="151675"/>
              </a:xfrm>
              <a:custGeom>
                <a:rect b="b" l="l" r="r" t="t"/>
                <a:pathLst>
                  <a:path extrusionOk="0" fill="none" h="6067" w="25110">
                    <a:moveTo>
                      <a:pt x="5404" y="3048"/>
                    </a:moveTo>
                    <a:cubicBezTo>
                      <a:pt x="5404" y="3048"/>
                      <a:pt x="4027" y="4069"/>
                      <a:pt x="3239" y="4275"/>
                    </a:cubicBezTo>
                    <a:cubicBezTo>
                      <a:pt x="3239" y="4275"/>
                      <a:pt x="1170" y="6067"/>
                      <a:pt x="1" y="5084"/>
                    </a:cubicBezTo>
                    <a:cubicBezTo>
                      <a:pt x="1" y="5084"/>
                      <a:pt x="4340" y="1464"/>
                      <a:pt x="6869" y="623"/>
                    </a:cubicBezTo>
                    <a:cubicBezTo>
                      <a:pt x="6869" y="623"/>
                      <a:pt x="7516" y="281"/>
                      <a:pt x="8448" y="529"/>
                    </a:cubicBezTo>
                    <a:cubicBezTo>
                      <a:pt x="9381" y="778"/>
                      <a:pt x="15367" y="1645"/>
                      <a:pt x="15367" y="1645"/>
                    </a:cubicBezTo>
                    <a:lnTo>
                      <a:pt x="25109" y="1"/>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52"/>
              <p:cNvSpPr/>
              <p:nvPr/>
            </p:nvSpPr>
            <p:spPr>
              <a:xfrm>
                <a:off x="5509750" y="1620175"/>
                <a:ext cx="55150" cy="38150"/>
              </a:xfrm>
              <a:custGeom>
                <a:rect b="b" l="l" r="r" t="t"/>
                <a:pathLst>
                  <a:path extrusionOk="0" fill="none" h="1526" w="2206">
                    <a:moveTo>
                      <a:pt x="2206" y="0"/>
                    </a:moveTo>
                    <a:lnTo>
                      <a:pt x="0" y="1526"/>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52"/>
              <p:cNvSpPr/>
              <p:nvPr/>
            </p:nvSpPr>
            <p:spPr>
              <a:xfrm>
                <a:off x="5395350" y="1607050"/>
                <a:ext cx="118375" cy="119550"/>
              </a:xfrm>
              <a:custGeom>
                <a:rect b="b" l="l" r="r" t="t"/>
                <a:pathLst>
                  <a:path extrusionOk="0" fill="none" h="4782" w="4735">
                    <a:moveTo>
                      <a:pt x="3993" y="2666"/>
                    </a:moveTo>
                    <a:lnTo>
                      <a:pt x="1597" y="4191"/>
                    </a:lnTo>
                    <a:cubicBezTo>
                      <a:pt x="1597" y="4191"/>
                      <a:pt x="759" y="4781"/>
                      <a:pt x="0" y="4331"/>
                    </a:cubicBezTo>
                    <a:cubicBezTo>
                      <a:pt x="0" y="4331"/>
                      <a:pt x="2090" y="2177"/>
                      <a:pt x="2986" y="1428"/>
                    </a:cubicBezTo>
                    <a:cubicBezTo>
                      <a:pt x="3982" y="597"/>
                      <a:pt x="4734" y="0"/>
                      <a:pt x="4734" y="0"/>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52"/>
              <p:cNvSpPr/>
              <p:nvPr/>
            </p:nvSpPr>
            <p:spPr>
              <a:xfrm>
                <a:off x="5564875" y="1633300"/>
                <a:ext cx="31875" cy="19100"/>
              </a:xfrm>
              <a:custGeom>
                <a:rect b="b" l="l" r="r" t="t"/>
                <a:pathLst>
                  <a:path extrusionOk="0" fill="none" h="764" w="1275">
                    <a:moveTo>
                      <a:pt x="1274" y="0"/>
                    </a:moveTo>
                    <a:lnTo>
                      <a:pt x="1" y="763"/>
                    </a:ln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52"/>
              <p:cNvSpPr/>
              <p:nvPr/>
            </p:nvSpPr>
            <p:spPr>
              <a:xfrm>
                <a:off x="5439125" y="1682950"/>
                <a:ext cx="90325" cy="38775"/>
              </a:xfrm>
              <a:custGeom>
                <a:rect b="b" l="l" r="r" t="t"/>
                <a:pathLst>
                  <a:path extrusionOk="0" fill="none" h="1551" w="3613">
                    <a:moveTo>
                      <a:pt x="3613" y="0"/>
                    </a:moveTo>
                    <a:cubicBezTo>
                      <a:pt x="3613" y="0"/>
                      <a:pt x="1185" y="1335"/>
                      <a:pt x="728" y="1433"/>
                    </a:cubicBezTo>
                    <a:cubicBezTo>
                      <a:pt x="159" y="1551"/>
                      <a:pt x="1" y="1170"/>
                      <a:pt x="80" y="1008"/>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52"/>
              <p:cNvSpPr/>
              <p:nvPr/>
            </p:nvSpPr>
            <p:spPr>
              <a:xfrm>
                <a:off x="5483550" y="1688975"/>
                <a:ext cx="89825" cy="32750"/>
              </a:xfrm>
              <a:custGeom>
                <a:rect b="b" l="l" r="r" t="t"/>
                <a:pathLst>
                  <a:path extrusionOk="0" fill="none" h="1310" w="3593">
                    <a:moveTo>
                      <a:pt x="3592" y="1"/>
                    </a:moveTo>
                    <a:cubicBezTo>
                      <a:pt x="3592" y="1"/>
                      <a:pt x="1559" y="1076"/>
                      <a:pt x="804" y="1195"/>
                    </a:cubicBezTo>
                    <a:cubicBezTo>
                      <a:pt x="77" y="1310"/>
                      <a:pt x="1" y="727"/>
                      <a:pt x="1" y="727"/>
                    </a:cubicBezTo>
                  </a:path>
                </a:pathLst>
              </a:custGeom>
              <a:noFill/>
              <a:ln cap="flat" cmpd="sng" w="9525">
                <a:solidFill>
                  <a:schemeClr val="dk1"/>
                </a:solidFill>
                <a:prstDash val="solid"/>
                <a:miter lim="86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07" name="Google Shape;1507;p152"/>
          <p:cNvGrpSpPr/>
          <p:nvPr/>
        </p:nvGrpSpPr>
        <p:grpSpPr>
          <a:xfrm>
            <a:off x="841033" y="1996049"/>
            <a:ext cx="2379887" cy="1258930"/>
            <a:chOff x="5378158" y="3158452"/>
            <a:chExt cx="2379887" cy="1258930"/>
          </a:xfrm>
        </p:grpSpPr>
        <p:sp>
          <p:nvSpPr>
            <p:cNvPr id="1508" name="Google Shape;1508;p152"/>
            <p:cNvSpPr/>
            <p:nvPr/>
          </p:nvSpPr>
          <p:spPr>
            <a:xfrm>
              <a:off x="7501551" y="3158452"/>
              <a:ext cx="256494" cy="255807"/>
            </a:xfrm>
            <a:custGeom>
              <a:rect b="b" l="l" r="r" t="t"/>
              <a:pathLst>
                <a:path extrusionOk="0" h="1131" w="1134">
                  <a:moveTo>
                    <a:pt x="566" y="1"/>
                  </a:moveTo>
                  <a:cubicBezTo>
                    <a:pt x="490" y="275"/>
                    <a:pt x="277" y="490"/>
                    <a:pt x="0" y="566"/>
                  </a:cubicBezTo>
                  <a:cubicBezTo>
                    <a:pt x="277" y="642"/>
                    <a:pt x="490" y="857"/>
                    <a:pt x="566" y="1130"/>
                  </a:cubicBezTo>
                  <a:cubicBezTo>
                    <a:pt x="641" y="857"/>
                    <a:pt x="857" y="642"/>
                    <a:pt x="1134" y="566"/>
                  </a:cubicBezTo>
                  <a:cubicBezTo>
                    <a:pt x="857" y="490"/>
                    <a:pt x="641" y="275"/>
                    <a:pt x="5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52"/>
            <p:cNvSpPr/>
            <p:nvPr/>
          </p:nvSpPr>
          <p:spPr>
            <a:xfrm>
              <a:off x="5378158" y="4300675"/>
              <a:ext cx="116711" cy="116708"/>
            </a:xfrm>
            <a:custGeom>
              <a:rect b="b" l="l" r="r" t="t"/>
              <a:pathLst>
                <a:path extrusionOk="0" h="516" w="516">
                  <a:moveTo>
                    <a:pt x="260" y="1"/>
                  </a:moveTo>
                  <a:cubicBezTo>
                    <a:pt x="223" y="127"/>
                    <a:pt x="127" y="223"/>
                    <a:pt x="0" y="260"/>
                  </a:cubicBezTo>
                  <a:cubicBezTo>
                    <a:pt x="127" y="292"/>
                    <a:pt x="223" y="389"/>
                    <a:pt x="260" y="515"/>
                  </a:cubicBezTo>
                  <a:cubicBezTo>
                    <a:pt x="291" y="389"/>
                    <a:pt x="389" y="292"/>
                    <a:pt x="515" y="260"/>
                  </a:cubicBezTo>
                  <a:cubicBezTo>
                    <a:pt x="389" y="223"/>
                    <a:pt x="291" y="127"/>
                    <a:pt x="2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Mental Health and Well-being - Health - 10th Grade by Slidesgo">
  <a:themeElements>
    <a:clrScheme name="Simple Light">
      <a:dk1>
        <a:srgbClr val="342520"/>
      </a:dk1>
      <a:lt1>
        <a:srgbClr val="EFEFEF"/>
      </a:lt1>
      <a:dk2>
        <a:srgbClr val="D2E5DF"/>
      </a:dk2>
      <a:lt2>
        <a:srgbClr val="9EBDB3"/>
      </a:lt2>
      <a:accent1>
        <a:srgbClr val="00368C"/>
      </a:accent1>
      <a:accent2>
        <a:srgbClr val="4B7BC6"/>
      </a:accent2>
      <a:accent3>
        <a:srgbClr val="FFFFFF"/>
      </a:accent3>
      <a:accent4>
        <a:srgbClr val="FFFFFF"/>
      </a:accent4>
      <a:accent5>
        <a:srgbClr val="FFFFFF"/>
      </a:accent5>
      <a:accent6>
        <a:srgbClr val="FFFFFF"/>
      </a:accent6>
      <a:hlink>
        <a:srgbClr val="3425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ntal Health and Well-being - Health - 10th Grade by Slidesgo">
  <a:themeElements>
    <a:clrScheme name="Simple Light">
      <a:dk1>
        <a:srgbClr val="342520"/>
      </a:dk1>
      <a:lt1>
        <a:srgbClr val="EFEFEF"/>
      </a:lt1>
      <a:dk2>
        <a:srgbClr val="D2E5DF"/>
      </a:dk2>
      <a:lt2>
        <a:srgbClr val="9EBDB3"/>
      </a:lt2>
      <a:accent1>
        <a:srgbClr val="00368C"/>
      </a:accent1>
      <a:accent2>
        <a:srgbClr val="4B7BC6"/>
      </a:accent2>
      <a:accent3>
        <a:srgbClr val="FFFFFF"/>
      </a:accent3>
      <a:accent4>
        <a:srgbClr val="FFFFFF"/>
      </a:accent4>
      <a:accent5>
        <a:srgbClr val="FFFFFF"/>
      </a:accent5>
      <a:accent6>
        <a:srgbClr val="FFFFFF"/>
      </a:accent6>
      <a:hlink>
        <a:srgbClr val="3425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ental Health and Well-being - Health - 10th Grade by Slidesgo">
  <a:themeElements>
    <a:clrScheme name="Simple Light">
      <a:dk1>
        <a:srgbClr val="342520"/>
      </a:dk1>
      <a:lt1>
        <a:srgbClr val="EFEFEF"/>
      </a:lt1>
      <a:dk2>
        <a:srgbClr val="D2E5DF"/>
      </a:dk2>
      <a:lt2>
        <a:srgbClr val="9EBDB3"/>
      </a:lt2>
      <a:accent1>
        <a:srgbClr val="00368C"/>
      </a:accent1>
      <a:accent2>
        <a:srgbClr val="4B7BC6"/>
      </a:accent2>
      <a:accent3>
        <a:srgbClr val="FFFFFF"/>
      </a:accent3>
      <a:accent4>
        <a:srgbClr val="FFFFFF"/>
      </a:accent4>
      <a:accent5>
        <a:srgbClr val="FFFFFF"/>
      </a:accent5>
      <a:accent6>
        <a:srgbClr val="FFFFFF"/>
      </a:accent6>
      <a:hlink>
        <a:srgbClr val="3425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ental Health and Well-being - Health - 10th Grade by Slidesgo">
  <a:themeElements>
    <a:clrScheme name="Simple Light">
      <a:dk1>
        <a:srgbClr val="342520"/>
      </a:dk1>
      <a:lt1>
        <a:srgbClr val="EFEFEF"/>
      </a:lt1>
      <a:dk2>
        <a:srgbClr val="D2E5DF"/>
      </a:dk2>
      <a:lt2>
        <a:srgbClr val="9EBDB3"/>
      </a:lt2>
      <a:accent1>
        <a:srgbClr val="00368C"/>
      </a:accent1>
      <a:accent2>
        <a:srgbClr val="4B7BC6"/>
      </a:accent2>
      <a:accent3>
        <a:srgbClr val="FFFFFF"/>
      </a:accent3>
      <a:accent4>
        <a:srgbClr val="FFFFFF"/>
      </a:accent4>
      <a:accent5>
        <a:srgbClr val="FFFFFF"/>
      </a:accent5>
      <a:accent6>
        <a:srgbClr val="FFFFFF"/>
      </a:accent6>
      <a:hlink>
        <a:srgbClr val="3425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